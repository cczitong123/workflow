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2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3.xml" ContentType="application/vnd.openxmlformats-officedocument.theme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4.xml" ContentType="application/vnd.openxmlformats-officedocument.theme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theme/theme5.xml" ContentType="application/vnd.openxmlformats-officedocument.theme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  <p:sldMasterId id="2147483732" r:id="rId2"/>
    <p:sldMasterId id="2147483743" r:id="rId3"/>
    <p:sldMasterId id="2147483932" r:id="rId4"/>
    <p:sldMasterId id="2147483965" r:id="rId5"/>
    <p:sldMasterId id="2147483976" r:id="rId6"/>
  </p:sldMasterIdLst>
  <p:notesMasterIdLst>
    <p:notesMasterId r:id="rId11"/>
  </p:notesMasterIdLst>
  <p:sldIdLst>
    <p:sldId id="256" r:id="rId7"/>
    <p:sldId id="258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20"/>
    <p:restoredTop sz="94654"/>
  </p:normalViewPr>
  <p:slideViewPr>
    <p:cSldViewPr snapToGrid="0">
      <p:cViewPr varScale="1">
        <p:scale>
          <a:sx n="104" d="100"/>
          <a:sy n="104" d="100"/>
        </p:scale>
        <p:origin x="368" y="1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tableStyles" Target="tableStyles.xml"/><Relationship Id="rId10" Type="http://schemas.openxmlformats.org/officeDocument/2006/relationships/slide" Target="slides/slide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2E0A4B-1A77-4F77-BBBE-00EB465088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AEEF1B-0539-4DA1-8336-7A03EC0749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443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2.emf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6.xml"/></Relationships>
</file>

<file path=ppt/slideLayouts/_rels/slideLayout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6.xml"/></Relationships>
</file>

<file path=ppt/slideLayouts/_rels/slideLayout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6.xml"/></Relationships>
</file>

<file path=ppt/slideLayouts/_rels/slideLayout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6.xml"/></Relationships>
</file>

<file path=ppt/slideLayouts/_rels/slideLayout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6.xml"/></Relationships>
</file>

<file path=ppt/slideLayouts/_rels/slideLayout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6.xml"/></Relationships>
</file>

<file path=ppt/slideLayouts/_rels/slideLayout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6.xml"/></Relationships>
</file>

<file path=ppt/slideLayouts/_rels/slideLayout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Expression Image">
    <p:bg>
      <p:bgPr>
        <a:solidFill>
          <a:srgbClr val="281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AC0EA-C5E4-4B38-A82B-5DB88B2D724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260000"/>
            <a:ext cx="9144000" cy="2376000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000" cap="all" spc="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1-line title riviera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BB778D-14CC-44F8-B85D-AF91542DD8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752000"/>
            <a:ext cx="9144000" cy="221920"/>
          </a:xfrm>
        </p:spPr>
        <p:txBody>
          <a:bodyPr>
            <a:spAutoFit/>
          </a:bodyPr>
          <a:lstStyle>
            <a:lvl1pPr marL="0" indent="0" algn="ctr">
              <a:buNone/>
              <a:defRPr sz="14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 Department  Date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0755F25-DC57-924E-81EE-91A8A24AC3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104" y="60480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spcAft>
                <a:spcPts val="0"/>
              </a:spcAft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add a background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19225B-D58A-1343-9CDB-3855A35EA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000" y="337657"/>
            <a:ext cx="378000" cy="4752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062BA75-077D-7C4F-A438-1E5C604735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4999" y="6153143"/>
            <a:ext cx="1420301" cy="367200"/>
          </a:xfrm>
          <a:prstGeom prst="rect">
            <a:avLst/>
          </a:prstGeom>
        </p:spPr>
      </p:pic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A5ECA3D-DA26-7D55-3C06-D0CF3164103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524000" y="4212000"/>
            <a:ext cx="9144000" cy="221920"/>
          </a:xfrm>
        </p:spPr>
        <p:txBody>
          <a:bodyPr wrap="square">
            <a:spAutoFit/>
          </a:bodyPr>
          <a:lstStyle>
            <a:lvl1pPr marL="0" indent="0" algn="ctr">
              <a:spcAft>
                <a:spcPts val="0"/>
              </a:spcAft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859213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– Image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BC9E978-0F7C-ED4A-A799-85FB4E6BFFD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484000"/>
            <a:ext cx="9144000" cy="1538883"/>
          </a:xfrm>
        </p:spPr>
        <p:txBody>
          <a:bodyPr wrap="square" anchor="b">
            <a:spAutoFit/>
          </a:bodyPr>
          <a:lstStyle>
            <a:lvl1pPr algn="ctr">
              <a:lnSpc>
                <a:spcPct val="100000"/>
              </a:lnSpc>
              <a:defRPr sz="5000" cap="all" spc="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2-line title riviera </a:t>
            </a:r>
            <a:br>
              <a:rPr lang="en-US" dirty="0"/>
            </a:br>
            <a:r>
              <a:rPr lang="en-US" dirty="0"/>
              <a:t>long title second line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2A22E9F-A007-B048-AE60-09E8AA04BE3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3194" y="4752000"/>
            <a:ext cx="8405611" cy="221920"/>
          </a:xfrm>
        </p:spPr>
        <p:txBody>
          <a:bodyPr>
            <a:spAutoFit/>
          </a:bodyPr>
          <a:lstStyle>
            <a:lvl1pPr marL="0" indent="0" algn="ctr">
              <a:buNone/>
              <a:defRPr sz="14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 Department  Date</a:t>
            </a:r>
            <a:endParaRPr lang="en-GB" dirty="0"/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012A58AC-626F-BE4C-9C5D-1235D4273B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104" y="60480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change the background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43669C-D5F2-9C46-A3D1-951CBB1A07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000" y="337657"/>
            <a:ext cx="378000" cy="475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79E3F0-B3A0-0B43-97DD-70AF65D75E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4999" y="6153143"/>
            <a:ext cx="1420301" cy="3672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6F7515-6A00-719B-9AF6-22776E83A97A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524000" y="4212000"/>
            <a:ext cx="9144000" cy="221920"/>
          </a:xfrm>
        </p:spPr>
        <p:txBody>
          <a:bodyPr wrap="square">
            <a:spAutoFit/>
          </a:bodyPr>
          <a:lstStyle>
            <a:lvl1pPr marL="0" indent="0" algn="ctr">
              <a:spcAft>
                <a:spcPts val="0"/>
              </a:spcAft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3376323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Image Light 1 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AC0EA-C5E4-4B38-A82B-5DB88B2D724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260000"/>
            <a:ext cx="9144000" cy="2376000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000" cap="all" spc="2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1-line title riviera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BB778D-14CC-44F8-B85D-AF91542DD8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752000"/>
            <a:ext cx="9144000" cy="221920"/>
          </a:xfrm>
        </p:spPr>
        <p:txBody>
          <a:bodyPr>
            <a:spAutoFit/>
          </a:bodyPr>
          <a:lstStyle>
            <a:lvl1pPr marL="0" indent="0" algn="ctr">
              <a:buNone/>
              <a:defRPr sz="1400" spc="5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 Department  Date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0755F25-DC57-924E-81EE-91A8A24AC3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104" y="60480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add a background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E23E8DF-563A-9346-8B0C-7988A84073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4000" y="6166667"/>
            <a:ext cx="1404000" cy="3629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3FD4DC-B725-6F4B-9B9B-D209DA8106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000" y="337657"/>
            <a:ext cx="378000" cy="475200"/>
          </a:xfrm>
          <a:prstGeom prst="rect">
            <a:avLst/>
          </a:prstGeom>
        </p:spPr>
      </p:pic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6C2F089-96F2-62EF-AB2C-37B4018C46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524000" y="4212000"/>
            <a:ext cx="9144000" cy="221920"/>
          </a:xfrm>
        </p:spPr>
        <p:txBody>
          <a:bodyPr wrap="square">
            <a:spAutoFit/>
          </a:bodyPr>
          <a:lstStyle>
            <a:lvl1pPr marL="0" indent="0" algn="ctr">
              <a:spcAft>
                <a:spcPts val="0"/>
              </a:spcAft>
              <a:buNone/>
              <a:defRPr sz="14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81340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– Image Light 2 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BC9E978-0F7C-ED4A-A799-85FB4E6BFFD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484000"/>
            <a:ext cx="9144000" cy="1538883"/>
          </a:xfrm>
        </p:spPr>
        <p:txBody>
          <a:bodyPr wrap="square" anchor="b">
            <a:spAutoFit/>
          </a:bodyPr>
          <a:lstStyle>
            <a:lvl1pPr algn="ctr">
              <a:lnSpc>
                <a:spcPct val="100000"/>
              </a:lnSpc>
              <a:defRPr sz="5000" cap="all" spc="2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2-line title riviera </a:t>
            </a:r>
            <a:br>
              <a:rPr lang="en-US" dirty="0"/>
            </a:br>
            <a:r>
              <a:rPr lang="en-US" dirty="0"/>
              <a:t>long title second line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2A22E9F-A007-B048-AE60-09E8AA04BE3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3194" y="4752000"/>
            <a:ext cx="8405611" cy="221920"/>
          </a:xfrm>
        </p:spPr>
        <p:txBody>
          <a:bodyPr>
            <a:spAutoFit/>
          </a:bodyPr>
          <a:lstStyle>
            <a:lvl1pPr marL="0" indent="0" algn="ctr">
              <a:buNone/>
              <a:defRPr sz="1400" spc="5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Author  Department  Date</a:t>
            </a:r>
            <a:endParaRPr lang="en-GB"/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012A58AC-626F-BE4C-9C5D-1235D4273B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104" y="60480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add a background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7FC1FD5-7520-334B-9ECB-1ABC429DF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4000" y="6166667"/>
            <a:ext cx="1404000" cy="3629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A012276-F110-564F-9821-FEB3BE05E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000" y="337657"/>
            <a:ext cx="378000" cy="4752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7C620-D1BF-DEC2-9598-A8A84CF8304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524000" y="4212000"/>
            <a:ext cx="9144000" cy="221920"/>
          </a:xfrm>
        </p:spPr>
        <p:txBody>
          <a:bodyPr wrap="square">
            <a:spAutoFit/>
          </a:bodyPr>
          <a:lstStyle>
            <a:lvl1pPr marL="0" indent="0" algn="ctr">
              <a:spcAft>
                <a:spcPts val="0"/>
              </a:spcAft>
              <a:buNone/>
              <a:defRPr sz="14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989039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calisation Slide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EF7CD80-D8A4-FE43-8FDC-BFE40128B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D3D1F79-3139-9E41-AF1E-2B8458E345D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4800" cy="637876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4E2DB05-7B9E-6444-A80E-81D4900FA91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8CF1D272-4661-2040-BCFE-CC5327AC94D9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16000" y="1512000"/>
            <a:ext cx="5400000" cy="45339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table</a:t>
            </a:r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4467EE6-4823-8B72-B407-E1392A9D3C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3567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37D843B-68F3-9F01-11DE-5256722CEA52}"/>
              </a:ext>
            </a:extLst>
          </p:cNvPr>
          <p:cNvSpPr/>
          <p:nvPr/>
        </p:nvSpPr>
        <p:spPr>
          <a:xfrm>
            <a:off x="6096001" y="0"/>
            <a:ext cx="6096000" cy="6381750"/>
          </a:xfrm>
          <a:prstGeom prst="rect">
            <a:avLst/>
          </a:prstGeom>
          <a:solidFill>
            <a:srgbClr val="D2D2D2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E84DEF-50B2-014B-9C44-7747606A87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6000" y="1512000"/>
            <a:ext cx="5400000" cy="4373563"/>
          </a:xfrm>
        </p:spPr>
        <p:txBody>
          <a:bodyPr/>
          <a:lstStyle>
            <a:lvl1pPr>
              <a:spcAft>
                <a:spcPts val="60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 b="0" i="0">
                <a:solidFill>
                  <a:schemeClr val="tx1"/>
                </a:solidFill>
                <a:latin typeface="+mn-lt"/>
              </a:defRPr>
            </a:lvl3pPr>
            <a:lvl4pPr>
              <a:defRPr b="0" i="0">
                <a:solidFill>
                  <a:schemeClr val="tx1"/>
                </a:solidFill>
                <a:latin typeface="Riviera Nights Medium" panose="020B0504000000000000" pitchFamily="34" charset="77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5CB7C9-579F-7445-AD96-78269AC7CEF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25803" y="1512000"/>
            <a:ext cx="5150197" cy="43728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87E6B7-5F1E-1042-AA80-8BCD78E7A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FE37E3A-99EA-C1C7-0E20-821D86F880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99" y="198000"/>
            <a:ext cx="5400001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674E481-CF0C-0097-B6DA-9958E94F31E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2027834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4800" cy="63792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E84DEF-50B2-014B-9C44-7747606A87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6000" y="1512000"/>
            <a:ext cx="5400000" cy="4373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 b="0" i="0"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4F115E2A-B84C-A94F-8D8F-4C4D71A143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041200" y="6570000"/>
            <a:ext cx="720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7360E0E-54B4-E942-B0E0-D14AA90EFD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47E254-A72B-C047-9C9D-30BEB3A96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CA5BFD-4D0F-7D2C-20B8-11E2F6500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4B45C1-30FB-66A8-B25C-86401A9B5B1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4AABF3C-FA99-5AC0-19B5-5B7660429FF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068471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Two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00907674-F195-3E46-B556-01CB6DBDA6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3438001"/>
            <a:ext cx="6096001" cy="2943749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E23FD24C-5186-BA4B-A439-FD5FC61512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3420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B4B8B3D-83D4-AA47-9F81-2413EECF8D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ECDDB47-D1BD-41D4-F2BE-042A009A03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214ECE9-037E-12E4-BBBB-3D76E4BE30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6000" y="1512000"/>
            <a:ext cx="5400000" cy="4373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 b="0" i="0"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3EEE1651-B596-FBF1-AECE-486EFE31E3B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312664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Three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1A2D2CD8-DB38-B24D-AF5D-56AA32E9D7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34000" y="3798000"/>
            <a:ext cx="4158000" cy="258375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00907674-F195-3E46-B556-01CB6DBDA6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76000" y="3798000"/>
            <a:ext cx="4158000" cy="258375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E23FD24C-5186-BA4B-A439-FD5FC61512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876000" y="0"/>
            <a:ext cx="8316000" cy="379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F168D22-7742-B04F-86AA-CEBBDABC07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2263465-E086-7591-D61C-466E9664D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3419998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BF0968D0-C2E0-5B4D-F525-9CDF6BCE17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15999" y="1512000"/>
            <a:ext cx="3419997" cy="4373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 b="0" i="0"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2665E07-D87B-9009-1167-978BD8CF7F5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3419996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897795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Four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00907674-F195-3E46-B556-01CB6DBDA6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76000" y="3192894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E23FD24C-5186-BA4B-A439-FD5FC61512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876001" y="0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1A2D2CD8-DB38-B24D-AF5D-56AA32E9D7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34000" y="3192894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6" name="Picture Placeholder 10">
            <a:extLst>
              <a:ext uri="{FF2B5EF4-FFF2-40B4-BE49-F238E27FC236}">
                <a16:creationId xmlns:a16="http://schemas.microsoft.com/office/drawing/2014/main" id="{2C2ED27E-7A88-A947-B0CA-93CE5043E27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034000" y="0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749889E-E0F3-454F-8E98-F8063C588E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3924861-28CE-1C7D-F773-9106616388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3419998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E2327FA3-00D9-3129-60ED-12809936AF4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16000" y="1512000"/>
            <a:ext cx="3419998" cy="4373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 b="0" i="0"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40A1EA2-D48E-AAF4-0C7A-95B1EA24EC5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3419996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51644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80EDC-4BB8-408E-A6DB-084703520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09C3-3407-4554-9FFB-CCA38A1DC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F7E1D-04A4-4AE0-967C-F9AAFB372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1E7C24-D7EA-F747-93D4-3EDC81C0E177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86C55-BBE8-EB4C-9764-3FEFE202E4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2290CC8B-5D25-69AA-0EE3-74885B15B0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0412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FA86232-6DEE-9D33-5D62-38304793AD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15999" y="1512000"/>
            <a:ext cx="11041198" cy="4350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A8F7C52B-F59B-32FA-1321-989CE507C9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041197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085966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80EDC-4BB8-408E-A6DB-084703520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09C3-3407-4554-9FFB-CCA38A1DC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F7E1D-04A4-4AE0-967C-F9AAFB372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1E7C24-D7EA-F747-93D4-3EDC81C0E177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86C55-BBE8-EB4C-9764-3FEFE202E4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2290CC8B-5D25-69AA-0EE3-74885B15B0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0412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FA86232-6DEE-9D33-5D62-38304793AD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15999" y="1512000"/>
            <a:ext cx="5454000" cy="4350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F10FD9B-18B0-D8AF-6921-D3DA6E0D567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7200" y="1512000"/>
            <a:ext cx="5454000" cy="4350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A83B9C8-FE8C-BB39-901C-AA71C5A5AB2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0411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4088921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6096000" cy="3327399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1548000"/>
            <a:ext cx="6096000" cy="3327398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16BD23F4-2C6D-2B2D-7957-3C54501560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5004000"/>
            <a:ext cx="3708000" cy="1021049"/>
          </a:xfrm>
        </p:spPr>
        <p:txBody>
          <a:bodyPr>
            <a:spAutoFit/>
          </a:bodyPr>
          <a:lstStyle>
            <a:lvl1pPr marL="108000" indent="-108000">
              <a:defRPr sz="1100"/>
            </a:lvl1pPr>
            <a:lvl2pPr marL="216000" indent="-108000">
              <a:defRPr sz="1100"/>
            </a:lvl2pPr>
            <a:lvl3pPr marL="324000" indent="-108000">
              <a:defRPr sz="1100"/>
            </a:lvl3pPr>
            <a:lvl4pPr marL="108000" indent="-108000">
              <a:defRPr sz="1100"/>
            </a:lvl4pPr>
            <a:lvl5pPr marL="108000" indent="-108000"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E74DD52A-3DF3-9254-40B7-740ED921B1B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84800" y="5004000"/>
            <a:ext cx="3708000" cy="1021049"/>
          </a:xfrm>
        </p:spPr>
        <p:txBody>
          <a:bodyPr>
            <a:spAutoFit/>
          </a:bodyPr>
          <a:lstStyle>
            <a:lvl1pPr marL="108000" indent="-108000">
              <a:defRPr sz="1100"/>
            </a:lvl1pPr>
            <a:lvl2pPr marL="216000" indent="-108000">
              <a:defRPr sz="1100"/>
            </a:lvl2pPr>
            <a:lvl3pPr marL="324000" indent="-108000">
              <a:defRPr sz="1100"/>
            </a:lvl3pPr>
            <a:lvl4pPr marL="108000" indent="-108000">
              <a:defRPr sz="1100"/>
            </a:lvl4pPr>
            <a:lvl5pPr marL="108000" indent="-108000"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AF5D4BD-FB3E-A8EA-888A-53EA5D9FFD7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5539681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1548000"/>
            <a:ext cx="3528000" cy="4248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224600" y="1548000"/>
            <a:ext cx="3528000" cy="4248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233200" y="1548000"/>
            <a:ext cx="3528000" cy="4248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DFCC72D1-B8C8-A31B-E78D-EE521E9F61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8610330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4158000" cy="26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34000" y="1548000"/>
            <a:ext cx="4158000" cy="26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158000" y="1548000"/>
            <a:ext cx="3876000" cy="26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7DD3B0C1-C1E0-F492-BC04-EF1CAA5D557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0" y="4319588"/>
            <a:ext cx="3643749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37D3EE99-5E2E-67D0-1BA7-4A211972632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224600" y="4319587"/>
            <a:ext cx="352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096DBAC9-D3BE-8D31-F161-E43ED4A106B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17450" y="4319587"/>
            <a:ext cx="3643750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732015F-4A61-C7BA-C22E-D43494DDB7A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6889378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212401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205200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01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9D7E414D-3F6D-614F-8835-004EEE1E8CE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782424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30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141600" y="1548000"/>
            <a:ext cx="30492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46400" y="1548000"/>
            <a:ext cx="30492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4000" y="1548000"/>
            <a:ext cx="30492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672000"/>
            <a:ext cx="2556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205200" y="3672000"/>
            <a:ext cx="2556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4DAD46C6-CAD5-BFA7-7782-724AD7E1787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08226" y="3672000"/>
            <a:ext cx="2664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9C7FD2EF-B3B9-0AA3-0A7E-3648BCD7F8A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50926" y="3672000"/>
            <a:ext cx="2664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DFF2A198-4218-B2A6-4FD3-3D71AE7446A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8720568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1548000"/>
            <a:ext cx="2142000" cy="450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583729" y="1548000"/>
            <a:ext cx="2178000" cy="450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801225" y="1548000"/>
            <a:ext cx="2178000" cy="450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76341" y="1548000"/>
            <a:ext cx="2178000" cy="450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980035" y="1548000"/>
            <a:ext cx="2178000" cy="450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07BBB04-D251-27DB-D847-905C5622159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8161071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36836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434208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868417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672000"/>
            <a:ext cx="1976702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441489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801225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05221" y="3672000"/>
            <a:ext cx="2178000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45F7D34-2097-79A0-1482-79C2432AB28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302626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878435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AAB3D52-6760-E955-3600-E874206EFA1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621814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2775" y="1548000"/>
            <a:ext cx="1857225" cy="4320000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85433" y="1548000"/>
            <a:ext cx="1854000" cy="4320000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063163" y="1548000"/>
            <a:ext cx="1854000" cy="4320000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093732" y="1548000"/>
            <a:ext cx="1854000" cy="4320000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24299" y="1548000"/>
            <a:ext cx="1854000" cy="4320000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E6514EC-AF55-D197-9379-D2E1A818204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154866" y="1548000"/>
            <a:ext cx="1854000" cy="4320000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B083AD3-759F-2DA0-13B9-04638823DA2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777416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2178001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013998" y="1548000"/>
            <a:ext cx="2177999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1756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48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2775" y="3456000"/>
            <a:ext cx="1857225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85433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032683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063252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45F7D34-2097-79A0-1482-79C2432AB28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0544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24299" y="3456000"/>
            <a:ext cx="1823522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2312F6A2-F2D9-7746-1569-2714A617B01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1352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E6514EC-AF55-D197-9379-D2E1A818204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154866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9106051-2E44-18B7-D3A4-AA759C9A400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4732049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x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60912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86800" y="1548000"/>
            <a:ext cx="60984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409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095600" y="3409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0">
            <a:extLst>
              <a:ext uri="{FF2B5EF4-FFF2-40B4-BE49-F238E27FC236}">
                <a16:creationId xmlns:a16="http://schemas.microsoft.com/office/drawing/2014/main" id="{3BDF6793-51DE-5D0B-099D-A5A1A045E32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-2800" y="4021200"/>
            <a:ext cx="60984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5921D8A3-979B-29E2-5F7D-37C978D8B9E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091200" y="4021200"/>
            <a:ext cx="61008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0411057-E5E5-58A0-C7D3-45016B77B34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0673" y="5875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72215798-1CD3-E044-CE74-9AC0EF53D4A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080272" y="5875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CE917193-1CAA-0B13-5470-814EA91DA48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3739320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x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4067175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058794" y="1548000"/>
            <a:ext cx="40680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409200"/>
            <a:ext cx="360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079703" y="3409200"/>
            <a:ext cx="360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0411057-E5E5-58A0-C7D3-45016B77B34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0673" y="5875200"/>
            <a:ext cx="360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72215798-1CD3-E044-CE74-9AC0EF53D4A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064375" y="5875200"/>
            <a:ext cx="360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5B57AB17-85E3-F7F3-9352-644F6C12BFAE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118413" y="1548000"/>
            <a:ext cx="40680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9993F0C2-23F6-88B0-3FCB-E2AFC50153B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-2800" y="4021200"/>
            <a:ext cx="4067175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0" name="Picture Placeholder 10">
            <a:extLst>
              <a:ext uri="{FF2B5EF4-FFF2-40B4-BE49-F238E27FC236}">
                <a16:creationId xmlns:a16="http://schemas.microsoft.com/office/drawing/2014/main" id="{9D59E027-FB3B-4816-9827-CA5F730BEDDE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055994" y="4021200"/>
            <a:ext cx="40680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EF19ACDD-D6F2-F0B5-C1C3-286CCAECBD04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115613" y="4021200"/>
            <a:ext cx="40680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DDB5A621-A8B2-1C98-638A-E41104E301C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140274" y="3409200"/>
            <a:ext cx="360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6A6D0F4B-5BF1-AB60-20DC-81D8C7EDD87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124946" y="5875200"/>
            <a:ext cx="360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ED2A827-2B35-A1B3-2F40-5A2EE32A85A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6960061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x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3052763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9955" y="15480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5B57AB17-85E3-F7F3-9352-644F6C12BFAE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9130813" y="1548000"/>
            <a:ext cx="30528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FBDBD61-3C1F-A8FF-E3B8-2EF546EBE145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090384" y="15480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409200"/>
            <a:ext cx="2664000" cy="142603"/>
          </a:xfrm>
        </p:spPr>
        <p:txBody>
          <a:bodyPr wrap="square"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052920" y="3409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0411057-E5E5-58A0-C7D3-45016B77B34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0673" y="5875200"/>
            <a:ext cx="2664000" cy="142603"/>
          </a:xfrm>
        </p:spPr>
        <p:txBody>
          <a:bodyPr wrap="square"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72215798-1CD3-E044-CE74-9AC0EF53D4A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37592" y="5875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DDB5A621-A8B2-1C98-638A-E41104E301C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140347" y="3409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6A6D0F4B-5BF1-AB60-20DC-81D8C7EDD87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125019" y="5875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Picture Placeholder 10">
            <a:extLst>
              <a:ext uri="{FF2B5EF4-FFF2-40B4-BE49-F238E27FC236}">
                <a16:creationId xmlns:a16="http://schemas.microsoft.com/office/drawing/2014/main" id="{55758935-61B0-0754-9EE4-7640A2FA4B90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-2800" y="4021200"/>
            <a:ext cx="3052763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9" name="Picture Placeholder 10">
            <a:extLst>
              <a:ext uri="{FF2B5EF4-FFF2-40B4-BE49-F238E27FC236}">
                <a16:creationId xmlns:a16="http://schemas.microsoft.com/office/drawing/2014/main" id="{975CCDD2-2ABB-B070-1384-C04EAF0C67E1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047155" y="40212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0" name="Picture Placeholder 10">
            <a:extLst>
              <a:ext uri="{FF2B5EF4-FFF2-40B4-BE49-F238E27FC236}">
                <a16:creationId xmlns:a16="http://schemas.microsoft.com/office/drawing/2014/main" id="{A25A2A6D-F518-CBEF-4C93-1B29B64076A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28013" y="4021200"/>
            <a:ext cx="30528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Picture Placeholder 10">
            <a:extLst>
              <a:ext uri="{FF2B5EF4-FFF2-40B4-BE49-F238E27FC236}">
                <a16:creationId xmlns:a16="http://schemas.microsoft.com/office/drawing/2014/main" id="{BB978DD4-EAC1-621B-5544-02046556D9EA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087584" y="40212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62C3D064-267C-256C-42C6-CE7E69506F19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6102912" y="3409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C29BFDA6-47E0-FF18-141D-1B2474AB9AF3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087584" y="5875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EDC6B7F-9A0A-10ED-45EA-2EC581EE387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843160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Words">
    <p:bg>
      <p:bgPr>
        <a:solidFill>
          <a:srgbClr val="281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3415-9ABB-468D-8000-D4709829BA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2400" y="1800000"/>
            <a:ext cx="11764800" cy="2916000"/>
          </a:xfrm>
        </p:spPr>
        <p:txBody>
          <a:bodyPr anchor="ctr" anchorCtr="0"/>
          <a:lstStyle>
            <a:lvl1pPr algn="ctr">
              <a:lnSpc>
                <a:spcPct val="105000"/>
              </a:lnSpc>
              <a:defRPr sz="50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Highlight text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59A6-C59F-470E-8BF8-9282D0F7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3AF99-F82C-479E-9C97-B331F9BEB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35E3A-598C-46E1-8CB4-7AF17A27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7E749-01C5-8543-BB9E-312EBD18147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0ABD23-4F8B-D64D-8863-40CD1000E1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05303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Text – Image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3415-9ABB-468D-8000-D4709829B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00000"/>
            <a:ext cx="10515600" cy="2916000"/>
          </a:xfrm>
        </p:spPr>
        <p:txBody>
          <a:bodyPr anchor="ctr" anchorCtr="0"/>
          <a:lstStyle>
            <a:lvl1pPr algn="ctr">
              <a:lnSpc>
                <a:spcPct val="105000"/>
              </a:lnSpc>
              <a:defRPr sz="5000" cap="none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59A6-C59F-470E-8BF8-9282D0F7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3AF99-F82C-479E-9C97-B331F9BEB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35E3A-598C-46E1-8CB4-7AF17A27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7E749-01C5-8543-BB9E-312EBD18147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497A09-0613-944E-9CDA-78EFF237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78F04999-D615-6D4F-AE6E-B0F582B6B1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104" y="58104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change the background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</p:spTree>
    <p:extLst>
      <p:ext uri="{BB962C8B-B14F-4D97-AF65-F5344CB8AC3E}">
        <p14:creationId xmlns:p14="http://schemas.microsoft.com/office/powerpoint/2010/main" val="3533254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– Image">
    <p:bg>
      <p:bgPr>
        <a:solidFill>
          <a:srgbClr val="281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3415-9ABB-468D-8000-D4709829BA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2458390"/>
            <a:ext cx="10515600" cy="1599220"/>
          </a:xfrm>
        </p:spPr>
        <p:txBody>
          <a:bodyPr anchor="ctr" anchorCtr="0"/>
          <a:lstStyle>
            <a:lvl1pPr marL="0" marR="0" indent="0" algn="ctr" defTabSz="914400" rtl="0" eaLnBrk="1" fontAlgn="auto" latinLnBrk="0" hangingPunct="1">
              <a:lnSpc>
                <a:spcPct val="10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GB" sz="2500" cap="none" baseline="0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Points can be highlighted in their own pull-out </a:t>
            </a:r>
            <a:br>
              <a:rPr lang="en-US" dirty="0"/>
            </a:br>
            <a:r>
              <a:rPr lang="en-US" dirty="0"/>
              <a:t>slides. Use these for small amounts of information, </a:t>
            </a:r>
            <a:br>
              <a:rPr lang="en-US" dirty="0"/>
            </a:br>
            <a:r>
              <a:rPr lang="en-US" dirty="0"/>
              <a:t>they must not be used as section dividers.</a:t>
            </a:r>
            <a:br>
              <a:rPr lang="en-US" dirty="0"/>
            </a:br>
            <a:r>
              <a:rPr lang="en-US" dirty="0"/>
              <a:t>Text must be set in Riviera Nights Light 25pt.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59A6-C59F-470E-8BF8-9282D0F7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3AF99-F82C-479E-9C97-B331F9BEB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35E3A-598C-46E1-8CB4-7AF17A27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7E749-01C5-8543-BB9E-312EBD18147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DF5F0D-821C-D347-B9DE-C17EAD0AF3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284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- Expression Image">
    <p:bg>
      <p:bgPr>
        <a:solidFill>
          <a:srgbClr val="281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3415-9ABB-468D-8000-D4709829BA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2400" y="1800000"/>
            <a:ext cx="11764800" cy="2916000"/>
          </a:xfrm>
        </p:spPr>
        <p:txBody>
          <a:bodyPr anchor="ctr" anchorCtr="0"/>
          <a:lstStyle>
            <a:lvl1pPr algn="ctr">
              <a:lnSpc>
                <a:spcPct val="105000"/>
              </a:lnSpc>
              <a:defRPr sz="50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slide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59A6-C59F-470E-8BF8-9282D0F7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3AF99-F82C-479E-9C97-B331F9BEB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35E3A-598C-46E1-8CB4-7AF17A27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7E749-01C5-8543-BB9E-312EBD18147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36A364-8C14-734E-9063-49ABB5B3C3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94231E42-54C9-7949-ADA5-6302151CCD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104" y="58104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add a background expression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</p:spTree>
    <p:extLst>
      <p:ext uri="{BB962C8B-B14F-4D97-AF65-F5344CB8AC3E}">
        <p14:creationId xmlns:p14="http://schemas.microsoft.com/office/powerpoint/2010/main" val="427739914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rgbClr val="281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59A6-C59F-470E-8BF8-9282D0F7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3AF99-F82C-479E-9C97-B331F9BEB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35E3A-598C-46E1-8CB4-7AF17A27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7E749-01C5-8543-BB9E-312EBD18147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8C21F-E2ED-A94C-ACE8-5456D32CEA98}"/>
              </a:ext>
            </a:extLst>
          </p:cNvPr>
          <p:cNvSpPr txBox="1"/>
          <p:nvPr/>
        </p:nvSpPr>
        <p:spPr>
          <a:xfrm>
            <a:off x="3048946" y="3184301"/>
            <a:ext cx="6091707" cy="489397"/>
          </a:xfrm>
          <a:prstGeom prst="rect">
            <a:avLst/>
          </a:prstGeom>
          <a:noFill/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ctr">
              <a:lnSpc>
                <a:spcPct val="100000"/>
              </a:lnSpc>
              <a:buClr>
                <a:srgbClr val="F7A177"/>
              </a:buClr>
              <a:buSzPct val="120000"/>
              <a:buFont typeface="Riviera Nights Light"/>
              <a:buNone/>
            </a:pPr>
            <a:r>
              <a:rPr lang="en-GB" sz="2500" cap="all" spc="60" baseline="0" dirty="0">
                <a:solidFill>
                  <a:schemeClr val="bg1"/>
                </a:solidFill>
                <a:cs typeface="Arial"/>
              </a:rPr>
              <a:t>Thank you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170D35-CEC7-5E4E-8DD0-F8CF8B99AB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8889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59A6-C59F-470E-8BF8-9282D0F7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3AF99-F82C-479E-9C97-B331F9BEB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35E3A-598C-46E1-8CB4-7AF17A27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7E749-01C5-8543-BB9E-312EBD18147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8C21F-E2ED-A94C-ACE8-5456D32CEA98}"/>
              </a:ext>
            </a:extLst>
          </p:cNvPr>
          <p:cNvSpPr txBox="1"/>
          <p:nvPr/>
        </p:nvSpPr>
        <p:spPr>
          <a:xfrm>
            <a:off x="3048946" y="3184301"/>
            <a:ext cx="6091707" cy="489397"/>
          </a:xfrm>
          <a:prstGeom prst="rect">
            <a:avLst/>
          </a:prstGeom>
          <a:noFill/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ctr">
              <a:lnSpc>
                <a:spcPct val="100000"/>
              </a:lnSpc>
              <a:buClr>
                <a:srgbClr val="F7A177"/>
              </a:buClr>
              <a:buSzPct val="120000"/>
              <a:buFont typeface="Riviera Nights Light"/>
              <a:buNone/>
            </a:pPr>
            <a:r>
              <a:rPr lang="en-GB" sz="2500" cap="all" spc="60" baseline="0" dirty="0">
                <a:solidFill>
                  <a:schemeClr val="tx1"/>
                </a:solidFill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361442-06A0-F095-D32C-394DCFFB1B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23743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705094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825239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Image Light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AC0EA-C5E4-4B38-A82B-5DB88B2D724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260000"/>
            <a:ext cx="9144000" cy="2376000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000" cap="all" spc="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1-line title riviera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BB778D-14CC-44F8-B85D-AF91542DD8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752000"/>
            <a:ext cx="9144000" cy="221920"/>
          </a:xfrm>
        </p:spPr>
        <p:txBody>
          <a:bodyPr>
            <a:spAutoFit/>
          </a:bodyPr>
          <a:lstStyle>
            <a:lvl1pPr marL="0" indent="0" algn="ctr">
              <a:buNone/>
              <a:defRPr sz="14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 Department  Date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0755F25-DC57-924E-81EE-91A8A24AC3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104" y="60480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add a background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6C2F089-96F2-62EF-AB2C-37B4018C46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524000" y="4212000"/>
            <a:ext cx="9144000" cy="221920"/>
          </a:xfrm>
        </p:spPr>
        <p:txBody>
          <a:bodyPr wrap="square">
            <a:spAutoFit/>
          </a:bodyPr>
          <a:lstStyle>
            <a:lvl1pPr marL="0" indent="0" algn="ctr">
              <a:spcAft>
                <a:spcPts val="0"/>
              </a:spcAft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goes 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61A2E4-7B80-341E-91B0-65ED0C31CC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000" y="337657"/>
            <a:ext cx="378000" cy="475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2BCECC-4AF5-F19B-D59F-C2D784642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4999" y="6153143"/>
            <a:ext cx="1420301" cy="3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42635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calisation Slid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D3D1F79-3139-9E41-AF1E-2B8458E345D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4800" cy="6381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  <a:endParaRPr lang="en-GB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4E2DB05-7B9E-6444-A80E-81D4900FA91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 dirty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8CF1D272-4661-2040-BCFE-CC5327AC94D9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16000" y="1512000"/>
            <a:ext cx="5400000" cy="45339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table</a:t>
            </a:r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4467EE6-4823-8B72-B407-E1392A9D3C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E9F1682-89B4-7393-A1A6-E2A531912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6491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4800" cy="638175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E84DEF-50B2-014B-9C44-7747606A87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6000" y="1512000"/>
            <a:ext cx="5400000" cy="4373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4F115E2A-B84C-A94F-8D8F-4C4D71A143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041200" y="6570000"/>
            <a:ext cx="720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7360E0E-54B4-E942-B0E0-D14AA90EFD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47E254-A72B-C047-9C9D-30BEB3A96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4B45C1-30FB-66A8-B25C-86401A9B5B1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125552-517D-7884-C791-B0B860B341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7542557-9AB9-AEAB-B55F-108F77F97F6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0926239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00907674-F195-3E46-B556-01CB6DBDA6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3438001"/>
            <a:ext cx="6096001" cy="2943749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E23FD24C-5186-BA4B-A439-FD5FC61512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3420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ECDDB47-D1BD-41D4-F2BE-042A009A03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214ECE9-037E-12E4-BBBB-3D76E4BE30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6000" y="1512000"/>
            <a:ext cx="5400000" cy="4373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A635E28-91A8-6D8B-F583-2A7441733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8CCF80F-4481-021D-2E84-5BD248C3E7C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93404918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263465-E086-7591-D61C-466E9664D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3419998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BF0968D0-C2E0-5B4D-F525-9CDF6BCE17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15999" y="1512000"/>
            <a:ext cx="3419997" cy="4373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5B04D8C-FA2A-FF01-E21E-24C9EE705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3BB0AB-5CB6-70A0-9350-FB61CFC98D8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3419996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0709DF1F-F8F9-E1A2-2EE0-E0C1512A00D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34000" y="3798000"/>
            <a:ext cx="4158000" cy="258375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84D812DB-0A2E-483D-A7BE-2395223D6F2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76000" y="3798000"/>
            <a:ext cx="4158000" cy="258375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A0F498B-70C9-04F6-DC07-6EC8F5990DC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876000" y="0"/>
            <a:ext cx="8316000" cy="379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34907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924861-28CE-1C7D-F773-9106616388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3419998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E2327FA3-00D9-3129-60ED-12809936AF4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16000" y="1512000"/>
            <a:ext cx="3419998" cy="4373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B26BF21-D184-04F3-C385-8FD042752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E928A78-C809-D4F8-491B-1D0F23580EE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3419996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70C792CB-5920-B677-249D-995D664D572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76000" y="3192894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F5FC9A86-7B7C-FD73-6894-FC7AA393E43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876001" y="0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9B34520-75AC-A176-DE1A-F8C013206A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34000" y="3192894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988D4CC0-CAB0-BAB9-7EB8-3CBE83B39DD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034000" y="0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509455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80EDC-4BB8-408E-A6DB-084703520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09C3-3407-4554-9FFB-CCA38A1DC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F7E1D-04A4-4AE0-967C-F9AAFB372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846C3-181E-42AF-88D6-2D408221E3D0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1E7C24-D7EA-F747-93D4-3EDC81C0E177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290CC8B-5D25-69AA-0EE3-74885B15B0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0412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FA86232-6DEE-9D33-5D62-38304793AD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15999" y="1512000"/>
            <a:ext cx="11041198" cy="4350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C99D8E5-5D5B-F5CD-346C-2F294D41F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356E98-2AC6-2789-ADE3-6E4FB368F36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041198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60794817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80EDC-4BB8-408E-A6DB-084703520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09C3-3407-4554-9FFB-CCA38A1DC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F7E1D-04A4-4AE0-967C-F9AAFB372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846C3-181E-42AF-88D6-2D408221E3D0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1E7C24-D7EA-F747-93D4-3EDC81C0E177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 dirty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290CC8B-5D25-69AA-0EE3-74885B15B0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0412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FA86232-6DEE-9D33-5D62-38304793AD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15999" y="1512000"/>
            <a:ext cx="5454000" cy="4350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F10FD9B-18B0-D8AF-6921-D3DA6E0D567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7200" y="1512000"/>
            <a:ext cx="5454000" cy="4350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B7FBB7-A48C-FE3B-DDB0-9C037D0E0E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4327365-03C4-D28C-858F-0CB4CA1F979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041198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95819693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212401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205200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01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C78592-89FA-94AA-EEB5-1DC72C9890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8E62209-03E9-4163-E992-B7EF892ACE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10571400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36836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434208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868417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672000"/>
            <a:ext cx="1976702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441489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801225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05221" y="3672000"/>
            <a:ext cx="2178000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45F7D34-2097-79A0-1482-79C2432AB28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302626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878435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EF4C61-F665-4F02-BA82-B2AAC8089A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675C1E9-18ED-259A-BA9D-009B5DACF21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46720851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1756102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8268367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7200" y="0"/>
            <a:ext cx="6094800" cy="638175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E84DEF-50B2-014B-9C44-7747606A87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6000" y="1512000"/>
            <a:ext cx="5400000" cy="4373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4F115E2A-B84C-A94F-8D8F-4C4D71A143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041200" y="6570000"/>
            <a:ext cx="720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7360E0E-54B4-E942-B0E0-D14AA90EFD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47E254-A72B-C047-9C9D-30BEB3A96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E63F2B9-0F36-E5AF-B65E-27F51DDE9E7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4B45C1-30FB-66A8-B25C-86401A9B5B1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 dirty="0">
                <a:solidFill>
                  <a:schemeClr val="bg1"/>
                </a:solidFill>
              </a:rPr>
              <a:t>Rolls-Royce Motor Cars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5FB04D-789A-F133-0664-6962998A6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23735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6096000" cy="3327399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1548000"/>
            <a:ext cx="6096000" cy="3327398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16BD23F4-2C6D-2B2D-7957-3C54501560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5004000"/>
            <a:ext cx="3708000" cy="1021049"/>
          </a:xfrm>
        </p:spPr>
        <p:txBody>
          <a:bodyPr>
            <a:spAutoFit/>
          </a:bodyPr>
          <a:lstStyle>
            <a:lvl1pPr marL="108000" indent="-108000">
              <a:defRPr sz="1100"/>
            </a:lvl1pPr>
            <a:lvl2pPr marL="216000" indent="-108000">
              <a:defRPr sz="1100"/>
            </a:lvl2pPr>
            <a:lvl3pPr marL="324000" indent="-108000">
              <a:defRPr sz="1100"/>
            </a:lvl3pPr>
            <a:lvl4pPr marL="108000" indent="-108000">
              <a:defRPr sz="1100"/>
            </a:lvl4pPr>
            <a:lvl5pPr marL="108000" indent="-108000"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E74DD52A-3DF3-9254-40B7-740ED921B1B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84800" y="5004000"/>
            <a:ext cx="3708000" cy="1021049"/>
          </a:xfrm>
        </p:spPr>
        <p:txBody>
          <a:bodyPr>
            <a:spAutoFit/>
          </a:bodyPr>
          <a:lstStyle>
            <a:lvl1pPr marL="108000" indent="-108000">
              <a:defRPr sz="1100"/>
            </a:lvl1pPr>
            <a:lvl2pPr marL="216000" indent="-108000">
              <a:defRPr sz="1100"/>
            </a:lvl2pPr>
            <a:lvl3pPr marL="324000" indent="-108000">
              <a:defRPr sz="1100"/>
            </a:lvl3pPr>
            <a:lvl4pPr marL="108000" indent="-108000">
              <a:defRPr sz="1100"/>
            </a:lvl4pPr>
            <a:lvl5pPr marL="108000" indent="-108000"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FB33243-0CF7-3C41-9BA3-FEBC3B3E3D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EACB263-9982-43DC-802A-28BCA2D904F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3355346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4158000" cy="26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34000" y="1548000"/>
            <a:ext cx="4158000" cy="26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158000" y="1548000"/>
            <a:ext cx="3876000" cy="26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7DD3B0C1-C1E0-F492-BC04-EF1CAA5D557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0" y="4319588"/>
            <a:ext cx="3643749" cy="856388"/>
          </a:xfrm>
        </p:spPr>
        <p:txBody>
          <a:bodyPr wrap="square"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37D3EE99-5E2E-67D0-1BA7-4A211972632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224600" y="4319587"/>
            <a:ext cx="3528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096DBAC9-D3BE-8D31-F161-E43ED4A106B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17450" y="4319587"/>
            <a:ext cx="3643750" cy="856388"/>
          </a:xfrm>
        </p:spPr>
        <p:txBody>
          <a:bodyPr wrap="square"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4545BE-903A-9168-296B-61E0207EC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E90468FF-8130-97AA-2C12-C6FC7686513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12612455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36836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434208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868417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672000"/>
            <a:ext cx="1976702" cy="856388"/>
          </a:xfrm>
        </p:spPr>
        <p:txBody>
          <a:bodyPr wrap="square"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441489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801225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05221" y="3672000"/>
            <a:ext cx="2178000" cy="856388"/>
          </a:xfrm>
        </p:spPr>
        <p:txBody>
          <a:bodyPr wrap="square"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45F7D34-2097-79A0-1482-79C2432AB28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302626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878435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57E6DB-0B93-8800-8367-952F6E1E20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4F95052-4783-295D-7595-482DE5CAA9C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64114119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2178001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013998" y="1548000"/>
            <a:ext cx="2177999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1756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48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2775" y="3456000"/>
            <a:ext cx="1857225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85433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032683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063252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45F7D34-2097-79A0-1482-79C2432AB28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0544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24299" y="3456000"/>
            <a:ext cx="1823522" cy="856388"/>
          </a:xfrm>
        </p:spPr>
        <p:txBody>
          <a:bodyPr wrap="square"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2312F6A2-F2D9-7746-1569-2714A617B01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1352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E6514EC-AF55-D197-9379-D2E1A818204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154866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EB5B903-7B65-172D-9512-9696333B09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11DA222-3091-BF8F-E339-2BF14DCD0F7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70684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5225392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x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60912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86800" y="1548000"/>
            <a:ext cx="60984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409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095600" y="3409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0">
            <a:extLst>
              <a:ext uri="{FF2B5EF4-FFF2-40B4-BE49-F238E27FC236}">
                <a16:creationId xmlns:a16="http://schemas.microsoft.com/office/drawing/2014/main" id="{3BDF6793-51DE-5D0B-099D-A5A1A045E32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-2800" y="4021200"/>
            <a:ext cx="60984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5921D8A3-979B-29E2-5F7D-37C978D8B9E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091200" y="4021200"/>
            <a:ext cx="61008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0411057-E5E5-58A0-C7D3-45016B77B34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0673" y="5875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72215798-1CD3-E044-CE74-9AC0EF53D4A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080272" y="5875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A68C2A-47D0-0E7A-F206-FBA52C525F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5B6031D-40F8-E1C3-7CDA-A3007E4485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52340079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x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3052763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9955" y="15480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5B57AB17-85E3-F7F3-9352-644F6C12BFAE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9130813" y="1548000"/>
            <a:ext cx="30528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FBDBD61-3C1F-A8FF-E3B8-2EF546EBE145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090384" y="15480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409200"/>
            <a:ext cx="2664000" cy="142603"/>
          </a:xfrm>
        </p:spPr>
        <p:txBody>
          <a:bodyPr wrap="square"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052920" y="3409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0411057-E5E5-58A0-C7D3-45016B77B34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0673" y="5875200"/>
            <a:ext cx="2664000" cy="142603"/>
          </a:xfrm>
        </p:spPr>
        <p:txBody>
          <a:bodyPr wrap="square"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72215798-1CD3-E044-CE74-9AC0EF53D4A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37592" y="5875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DDB5A621-A8B2-1C98-638A-E41104E301C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140347" y="3409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6A6D0F4B-5BF1-AB60-20DC-81D8C7EDD87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125019" y="5875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Picture Placeholder 10">
            <a:extLst>
              <a:ext uri="{FF2B5EF4-FFF2-40B4-BE49-F238E27FC236}">
                <a16:creationId xmlns:a16="http://schemas.microsoft.com/office/drawing/2014/main" id="{55758935-61B0-0754-9EE4-7640A2FA4B90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-2800" y="4021200"/>
            <a:ext cx="3052763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9" name="Picture Placeholder 10">
            <a:extLst>
              <a:ext uri="{FF2B5EF4-FFF2-40B4-BE49-F238E27FC236}">
                <a16:creationId xmlns:a16="http://schemas.microsoft.com/office/drawing/2014/main" id="{975CCDD2-2ABB-B070-1384-C04EAF0C67E1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047155" y="40212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0" name="Picture Placeholder 10">
            <a:extLst>
              <a:ext uri="{FF2B5EF4-FFF2-40B4-BE49-F238E27FC236}">
                <a16:creationId xmlns:a16="http://schemas.microsoft.com/office/drawing/2014/main" id="{A25A2A6D-F518-CBEF-4C93-1B29B64076A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28013" y="4021200"/>
            <a:ext cx="30528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Picture Placeholder 10">
            <a:extLst>
              <a:ext uri="{FF2B5EF4-FFF2-40B4-BE49-F238E27FC236}">
                <a16:creationId xmlns:a16="http://schemas.microsoft.com/office/drawing/2014/main" id="{BB978DD4-EAC1-621B-5544-02046556D9EA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087584" y="40212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62C3D064-267C-256C-42C6-CE7E69506F19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6102912" y="3409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C29BFDA6-47E0-FF18-141D-1B2474AB9AF3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087584" y="5875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8BDEC60-BA27-E4BD-BB35-6970F7E343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81C4D9B-C373-DCCD-7CDA-55BE510A574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79226466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harts Landscape - Ultra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DEEE8-0AFB-417A-A459-A5D80366E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000" y="216000"/>
            <a:ext cx="11761200" cy="346249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80EDC-4BB8-408E-A6DB-084703520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09C3-3407-4554-9FFB-CCA38A1DC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F7E1D-04A4-4AE0-967C-F9AAFB372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1E7C24-D7EA-F747-93D4-3EDC81C0E177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id="{AC06DFF9-DEA6-CE43-A079-55E1D2C554F5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212725" y="1530351"/>
            <a:ext cx="11763375" cy="227443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Chart Placeholder 10">
            <a:extLst>
              <a:ext uri="{FF2B5EF4-FFF2-40B4-BE49-F238E27FC236}">
                <a16:creationId xmlns:a16="http://schemas.microsoft.com/office/drawing/2014/main" id="{9DB6D704-B141-0248-875A-6A65845E199F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88286" y="4170786"/>
            <a:ext cx="11763375" cy="216151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7B80BD-6B90-DF54-8D34-5E7B147F0A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31F3C3C-83AF-44E7-FBB4-97185ED7D3E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760001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6063466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736541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0341372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Expression Image">
    <p:bg>
      <p:bgPr>
        <a:solidFill>
          <a:srgbClr val="281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AC0EA-C5E4-4B38-A82B-5DB88B2D724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260000"/>
            <a:ext cx="9144000" cy="2376000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000" cap="all" spc="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1-line title riviera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BB778D-14CC-44F8-B85D-AF91542DD8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752000"/>
            <a:ext cx="9144000" cy="221920"/>
          </a:xfrm>
        </p:spPr>
        <p:txBody>
          <a:bodyPr>
            <a:spAutoFit/>
          </a:bodyPr>
          <a:lstStyle>
            <a:lvl1pPr marL="0" indent="0" algn="ctr">
              <a:buNone/>
              <a:defRPr sz="14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 Department  Date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0755F25-DC57-924E-81EE-91A8A24AC3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104" y="60480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spcAft>
                <a:spcPts val="0"/>
              </a:spcAft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add a background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19225B-D58A-1343-9CDB-3855A35EA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000" y="337657"/>
            <a:ext cx="378000" cy="4752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062BA75-077D-7C4F-A438-1E5C604735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4999" y="6153143"/>
            <a:ext cx="1420301" cy="367200"/>
          </a:xfrm>
          <a:prstGeom prst="rect">
            <a:avLst/>
          </a:prstGeom>
        </p:spPr>
      </p:pic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A5ECA3D-DA26-7D55-3C06-D0CF3164103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524000" y="4212000"/>
            <a:ext cx="9144000" cy="221920"/>
          </a:xfrm>
        </p:spPr>
        <p:txBody>
          <a:bodyPr wrap="square">
            <a:spAutoFit/>
          </a:bodyPr>
          <a:lstStyle>
            <a:lvl1pPr marL="0" indent="0" algn="ctr">
              <a:spcAft>
                <a:spcPts val="0"/>
              </a:spcAft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261904226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– Image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BC9E978-0F7C-ED4A-A799-85FB4E6BFFD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484000"/>
            <a:ext cx="9144000" cy="1538883"/>
          </a:xfrm>
        </p:spPr>
        <p:txBody>
          <a:bodyPr wrap="square" anchor="b">
            <a:spAutoFit/>
          </a:bodyPr>
          <a:lstStyle>
            <a:lvl1pPr algn="ctr">
              <a:lnSpc>
                <a:spcPct val="100000"/>
              </a:lnSpc>
              <a:defRPr sz="5000" cap="all" spc="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2-line title riviera </a:t>
            </a:r>
            <a:br>
              <a:rPr lang="en-US" dirty="0"/>
            </a:br>
            <a:r>
              <a:rPr lang="en-US" dirty="0"/>
              <a:t>long title second line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2A22E9F-A007-B048-AE60-09E8AA04BE3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3194" y="4752000"/>
            <a:ext cx="8405611" cy="221920"/>
          </a:xfrm>
        </p:spPr>
        <p:txBody>
          <a:bodyPr>
            <a:spAutoFit/>
          </a:bodyPr>
          <a:lstStyle>
            <a:lvl1pPr marL="0" indent="0" algn="ctr">
              <a:buNone/>
              <a:defRPr sz="14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 Department  Date</a:t>
            </a:r>
            <a:endParaRPr lang="en-GB" dirty="0"/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012A58AC-626F-BE4C-9C5D-1235D4273B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104" y="60480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change the background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43669C-D5F2-9C46-A3D1-951CBB1A07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000" y="337657"/>
            <a:ext cx="378000" cy="475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79E3F0-B3A0-0B43-97DD-70AF65D75E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4999" y="6153143"/>
            <a:ext cx="1420301" cy="3672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6F7515-6A00-719B-9AF6-22776E83A97A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524000" y="4212000"/>
            <a:ext cx="9144000" cy="221920"/>
          </a:xfrm>
        </p:spPr>
        <p:txBody>
          <a:bodyPr wrap="square">
            <a:spAutoFit/>
          </a:bodyPr>
          <a:lstStyle>
            <a:lvl1pPr marL="0" indent="0" algn="ctr">
              <a:spcAft>
                <a:spcPts val="0"/>
              </a:spcAft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28293653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Image Light 1 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AC0EA-C5E4-4B38-A82B-5DB88B2D724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260000"/>
            <a:ext cx="9144000" cy="2376000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000" cap="all" spc="2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1-line title riviera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BB778D-14CC-44F8-B85D-AF91542DD8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752000"/>
            <a:ext cx="9144000" cy="221920"/>
          </a:xfrm>
        </p:spPr>
        <p:txBody>
          <a:bodyPr>
            <a:spAutoFit/>
          </a:bodyPr>
          <a:lstStyle>
            <a:lvl1pPr marL="0" indent="0" algn="ctr">
              <a:buNone/>
              <a:defRPr sz="1400" spc="5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 Department  Date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0755F25-DC57-924E-81EE-91A8A24AC3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104" y="60480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add a background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E23E8DF-563A-9346-8B0C-7988A84073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4000" y="6166667"/>
            <a:ext cx="1404000" cy="3629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3FD4DC-B725-6F4B-9B9B-D209DA8106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000" y="337657"/>
            <a:ext cx="378000" cy="475200"/>
          </a:xfrm>
          <a:prstGeom prst="rect">
            <a:avLst/>
          </a:prstGeom>
        </p:spPr>
      </p:pic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6C2F089-96F2-62EF-AB2C-37B4018C46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524000" y="4212000"/>
            <a:ext cx="9144000" cy="221920"/>
          </a:xfrm>
        </p:spPr>
        <p:txBody>
          <a:bodyPr wrap="square">
            <a:spAutoFit/>
          </a:bodyPr>
          <a:lstStyle>
            <a:lvl1pPr marL="0" indent="0" algn="ctr">
              <a:spcAft>
                <a:spcPts val="0"/>
              </a:spcAft>
              <a:buNone/>
              <a:defRPr sz="14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33988837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– Image Light 2 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BC9E978-0F7C-ED4A-A799-85FB4E6BFFD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484000"/>
            <a:ext cx="9144000" cy="1538883"/>
          </a:xfrm>
        </p:spPr>
        <p:txBody>
          <a:bodyPr wrap="square" anchor="b">
            <a:spAutoFit/>
          </a:bodyPr>
          <a:lstStyle>
            <a:lvl1pPr algn="ctr">
              <a:lnSpc>
                <a:spcPct val="100000"/>
              </a:lnSpc>
              <a:defRPr sz="5000" cap="all" spc="2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2-line title riviera </a:t>
            </a:r>
            <a:br>
              <a:rPr lang="en-US" dirty="0"/>
            </a:br>
            <a:r>
              <a:rPr lang="en-US" dirty="0"/>
              <a:t>long title second line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2A22E9F-A007-B048-AE60-09E8AA04BE3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3194" y="4752000"/>
            <a:ext cx="8405611" cy="221920"/>
          </a:xfrm>
        </p:spPr>
        <p:txBody>
          <a:bodyPr>
            <a:spAutoFit/>
          </a:bodyPr>
          <a:lstStyle>
            <a:lvl1pPr marL="0" indent="0" algn="ctr">
              <a:buNone/>
              <a:defRPr sz="1400" spc="5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Author  Department  Date</a:t>
            </a:r>
            <a:endParaRPr lang="en-GB"/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012A58AC-626F-BE4C-9C5D-1235D4273B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104" y="60480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add a background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7FC1FD5-7520-334B-9ECB-1ABC429DF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4000" y="6166667"/>
            <a:ext cx="1404000" cy="3629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A012276-F110-564F-9821-FEB3BE05E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000" y="337657"/>
            <a:ext cx="378000" cy="4752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7C620-D1BF-DEC2-9598-A8A84CF8304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524000" y="4212000"/>
            <a:ext cx="9144000" cy="221920"/>
          </a:xfrm>
        </p:spPr>
        <p:txBody>
          <a:bodyPr wrap="square">
            <a:spAutoFit/>
          </a:bodyPr>
          <a:lstStyle>
            <a:lvl1pPr marL="0" indent="0" algn="ctr">
              <a:spcAft>
                <a:spcPts val="0"/>
              </a:spcAft>
              <a:buNone/>
              <a:defRPr sz="14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35520826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calisation Slide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EF7CD80-D8A4-FE43-8FDC-BFE40128B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D3D1F79-3139-9E41-AF1E-2B8458E345D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4800" cy="637876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4E2DB05-7B9E-6444-A80E-81D4900FA91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8CF1D272-4661-2040-BCFE-CC5327AC94D9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16000" y="1512000"/>
            <a:ext cx="5400000" cy="45339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table</a:t>
            </a:r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4467EE6-4823-8B72-B407-E1392A9D3C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32348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37D843B-68F3-9F01-11DE-5256722CEA52}"/>
              </a:ext>
            </a:extLst>
          </p:cNvPr>
          <p:cNvSpPr/>
          <p:nvPr/>
        </p:nvSpPr>
        <p:spPr>
          <a:xfrm>
            <a:off x="6096001" y="0"/>
            <a:ext cx="6096000" cy="6381750"/>
          </a:xfrm>
          <a:prstGeom prst="rect">
            <a:avLst/>
          </a:prstGeom>
          <a:solidFill>
            <a:srgbClr val="D2D2D2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E84DEF-50B2-014B-9C44-7747606A87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6000" y="1512000"/>
            <a:ext cx="5400000" cy="4373563"/>
          </a:xfrm>
        </p:spPr>
        <p:txBody>
          <a:bodyPr/>
          <a:lstStyle>
            <a:lvl1pPr>
              <a:spcAft>
                <a:spcPts val="60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 b="0" i="0">
                <a:solidFill>
                  <a:schemeClr val="tx1"/>
                </a:solidFill>
                <a:latin typeface="+mn-lt"/>
              </a:defRPr>
            </a:lvl3pPr>
            <a:lvl4pPr>
              <a:defRPr b="0" i="0">
                <a:solidFill>
                  <a:schemeClr val="tx1"/>
                </a:solidFill>
                <a:latin typeface="Riviera Nights Medium" panose="020B0504000000000000" pitchFamily="34" charset="77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5CB7C9-579F-7445-AD96-78269AC7CEF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25803" y="1512000"/>
            <a:ext cx="5150197" cy="43728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87E6B7-5F1E-1042-AA80-8BCD78E7A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FE37E3A-99EA-C1C7-0E20-821D86F880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99" y="198000"/>
            <a:ext cx="5400001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674E481-CF0C-0097-B6DA-9958E94F31E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746726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4800" cy="63792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E84DEF-50B2-014B-9C44-7747606A87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6000" y="1512000"/>
            <a:ext cx="5400000" cy="4373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 b="0" i="0"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4F115E2A-B84C-A94F-8D8F-4C4D71A143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041200" y="6570000"/>
            <a:ext cx="720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7360E0E-54B4-E942-B0E0-D14AA90EFD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47E254-A72B-C047-9C9D-30BEB3A96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CA5BFD-4D0F-7D2C-20B8-11E2F6500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4B45C1-30FB-66A8-B25C-86401A9B5B1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4AABF3C-FA99-5AC0-19B5-5B7660429FF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296418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Two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00907674-F195-3E46-B556-01CB6DBDA6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3438001"/>
            <a:ext cx="6096001" cy="2943749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E23FD24C-5186-BA4B-A439-FD5FC61512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3420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B4B8B3D-83D4-AA47-9F81-2413EECF8D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ECDDB47-D1BD-41D4-F2BE-042A009A03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214ECE9-037E-12E4-BBBB-3D76E4BE30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6000" y="1512000"/>
            <a:ext cx="5400000" cy="4373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 b="0" i="0"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3EEE1651-B596-FBF1-AECE-486EFE31E3B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599780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Three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1A2D2CD8-DB38-B24D-AF5D-56AA32E9D7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34000" y="3798000"/>
            <a:ext cx="4158000" cy="258375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00907674-F195-3E46-B556-01CB6DBDA6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76000" y="3798000"/>
            <a:ext cx="4158000" cy="258375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E23FD24C-5186-BA4B-A439-FD5FC61512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876000" y="0"/>
            <a:ext cx="8316000" cy="379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F168D22-7742-B04F-86AA-CEBBDABC07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2263465-E086-7591-D61C-466E9664D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3419998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BF0968D0-C2E0-5B4D-F525-9CDF6BCE17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15999" y="1512000"/>
            <a:ext cx="3419997" cy="4373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 b="0" i="0"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2665E07-D87B-9009-1167-978BD8CF7F5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3419996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02751395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Four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00907674-F195-3E46-B556-01CB6DBDA6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76000" y="3192894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E23FD24C-5186-BA4B-A439-FD5FC61512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876001" y="0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1A2D2CD8-DB38-B24D-AF5D-56AA32E9D7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34000" y="3192894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6" name="Picture Placeholder 10">
            <a:extLst>
              <a:ext uri="{FF2B5EF4-FFF2-40B4-BE49-F238E27FC236}">
                <a16:creationId xmlns:a16="http://schemas.microsoft.com/office/drawing/2014/main" id="{2C2ED27E-7A88-A947-B0CA-93CE5043E27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034000" y="0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749889E-E0F3-454F-8E98-F8063C588E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3924861-28CE-1C7D-F773-9106616388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3419998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E2327FA3-00D9-3129-60ED-12809936AF4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16000" y="1512000"/>
            <a:ext cx="3419998" cy="4373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 b="0" i="0"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40A1EA2-D48E-AAF4-0C7A-95B1EA24EC5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3419996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92119044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80EDC-4BB8-408E-A6DB-084703520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09C3-3407-4554-9FFB-CCA38A1DC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F7E1D-04A4-4AE0-967C-F9AAFB372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1E7C24-D7EA-F747-93D4-3EDC81C0E177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86C55-BBE8-EB4C-9764-3FEFE202E4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2290CC8B-5D25-69AA-0EE3-74885B15B0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0412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FA86232-6DEE-9D33-5D62-38304793AD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15999" y="1512000"/>
            <a:ext cx="11041198" cy="4350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A8F7C52B-F59B-32FA-1321-989CE507C9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041197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44622001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80EDC-4BB8-408E-A6DB-084703520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09C3-3407-4554-9FFB-CCA38A1DC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F7E1D-04A4-4AE0-967C-F9AAFB372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1E7C24-D7EA-F747-93D4-3EDC81C0E177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86C55-BBE8-EB4C-9764-3FEFE202E4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2290CC8B-5D25-69AA-0EE3-74885B15B0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0412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FA86232-6DEE-9D33-5D62-38304793AD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15999" y="1512000"/>
            <a:ext cx="5454000" cy="4350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F10FD9B-18B0-D8AF-6921-D3DA6E0D567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7200" y="1512000"/>
            <a:ext cx="5454000" cy="4350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A83B9C8-FE8C-BB39-901C-AA71C5A5AB2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0411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88390805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6096000" cy="3327399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1548000"/>
            <a:ext cx="6096000" cy="3327398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16BD23F4-2C6D-2B2D-7957-3C54501560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5004000"/>
            <a:ext cx="3708000" cy="1021049"/>
          </a:xfrm>
        </p:spPr>
        <p:txBody>
          <a:bodyPr>
            <a:spAutoFit/>
          </a:bodyPr>
          <a:lstStyle>
            <a:lvl1pPr marL="108000" indent="-108000">
              <a:defRPr sz="1100"/>
            </a:lvl1pPr>
            <a:lvl2pPr marL="216000" indent="-108000">
              <a:defRPr sz="1100"/>
            </a:lvl2pPr>
            <a:lvl3pPr marL="324000" indent="-108000">
              <a:defRPr sz="1100"/>
            </a:lvl3pPr>
            <a:lvl4pPr marL="108000" indent="-108000">
              <a:defRPr sz="1100"/>
            </a:lvl4pPr>
            <a:lvl5pPr marL="108000" indent="-108000"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E74DD52A-3DF3-9254-40B7-740ED921B1B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84800" y="5004000"/>
            <a:ext cx="3708000" cy="1021049"/>
          </a:xfrm>
        </p:spPr>
        <p:txBody>
          <a:bodyPr>
            <a:spAutoFit/>
          </a:bodyPr>
          <a:lstStyle>
            <a:lvl1pPr marL="108000" indent="-108000">
              <a:defRPr sz="1100"/>
            </a:lvl1pPr>
            <a:lvl2pPr marL="216000" indent="-108000">
              <a:defRPr sz="1100"/>
            </a:lvl2pPr>
            <a:lvl3pPr marL="324000" indent="-108000">
              <a:defRPr sz="1100"/>
            </a:lvl3pPr>
            <a:lvl4pPr marL="108000" indent="-108000">
              <a:defRPr sz="1100"/>
            </a:lvl4pPr>
            <a:lvl5pPr marL="108000" indent="-108000"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AF5D4BD-FB3E-A8EA-888A-53EA5D9FFD7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7087047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1548000"/>
            <a:ext cx="3528000" cy="4248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224600" y="1548000"/>
            <a:ext cx="3528000" cy="4248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233200" y="1548000"/>
            <a:ext cx="3528000" cy="4248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DFCC72D1-B8C8-A31B-E78D-EE521E9F61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500771541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4158000" cy="26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34000" y="1548000"/>
            <a:ext cx="4158000" cy="26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158000" y="1548000"/>
            <a:ext cx="3876000" cy="26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7DD3B0C1-C1E0-F492-BC04-EF1CAA5D557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0" y="4319588"/>
            <a:ext cx="3643749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37D3EE99-5E2E-67D0-1BA7-4A211972632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224600" y="4319587"/>
            <a:ext cx="352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096DBAC9-D3BE-8D31-F161-E43ED4A106B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17450" y="4319587"/>
            <a:ext cx="3643750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732015F-4A61-C7BA-C22E-D43494DDB7A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402856814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212401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205200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01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9D7E414D-3F6D-614F-8835-004EEE1E8CE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06155621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30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141600" y="1548000"/>
            <a:ext cx="30492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46400" y="1548000"/>
            <a:ext cx="30492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4000" y="1548000"/>
            <a:ext cx="30492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672000"/>
            <a:ext cx="2556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205200" y="3672000"/>
            <a:ext cx="2556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4DAD46C6-CAD5-BFA7-7782-724AD7E1787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108226" y="3672000"/>
            <a:ext cx="2664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9C7FD2EF-B3B9-0AA3-0A7E-3648BCD7F8A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50926" y="3672000"/>
            <a:ext cx="2664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DFF2A198-4218-B2A6-4FD3-3D71AE7446A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627189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1548000"/>
            <a:ext cx="2142000" cy="450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583729" y="1548000"/>
            <a:ext cx="2178000" cy="450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801225" y="1548000"/>
            <a:ext cx="2178000" cy="450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76341" y="1548000"/>
            <a:ext cx="2178000" cy="450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980035" y="1548000"/>
            <a:ext cx="2178000" cy="450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07BBB04-D251-27DB-D847-905C5622159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84292988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36836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434208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868417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672000"/>
            <a:ext cx="1976702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441489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801225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05221" y="3672000"/>
            <a:ext cx="2178000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45F7D34-2097-79A0-1482-79C2432AB28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302626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878435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AAB3D52-6760-E955-3600-E874206EFA1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371196214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2775" y="1548000"/>
            <a:ext cx="1857225" cy="4320000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85433" y="1548000"/>
            <a:ext cx="1854000" cy="4320000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063163" y="1548000"/>
            <a:ext cx="1854000" cy="4320000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093732" y="1548000"/>
            <a:ext cx="1854000" cy="4320000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24299" y="1548000"/>
            <a:ext cx="1854000" cy="4320000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E6514EC-AF55-D197-9379-D2E1A818204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154866" y="1548000"/>
            <a:ext cx="1854000" cy="4320000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B083AD3-759F-2DA0-13B9-04638823DA2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628880052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2178001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013998" y="1548000"/>
            <a:ext cx="2177999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1756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48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2775" y="3456000"/>
            <a:ext cx="1857225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85433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032683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063252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45F7D34-2097-79A0-1482-79C2432AB28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0544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24299" y="3456000"/>
            <a:ext cx="1823522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2312F6A2-F2D9-7746-1569-2714A617B01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1352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E6514EC-AF55-D197-9379-D2E1A818204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154866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9106051-2E44-18B7-D3A4-AA759C9A400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75353173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x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60912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86800" y="1548000"/>
            <a:ext cx="60984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409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095600" y="3409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0">
            <a:extLst>
              <a:ext uri="{FF2B5EF4-FFF2-40B4-BE49-F238E27FC236}">
                <a16:creationId xmlns:a16="http://schemas.microsoft.com/office/drawing/2014/main" id="{3BDF6793-51DE-5D0B-099D-A5A1A045E32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-2800" y="4021200"/>
            <a:ext cx="60984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5921D8A3-979B-29E2-5F7D-37C978D8B9E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091200" y="4021200"/>
            <a:ext cx="61008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0411057-E5E5-58A0-C7D3-45016B77B34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0673" y="5875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72215798-1CD3-E044-CE74-9AC0EF53D4A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080272" y="5875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CE917193-1CAA-0B13-5470-814EA91DA48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591990384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x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4067175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058794" y="1548000"/>
            <a:ext cx="40680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409200"/>
            <a:ext cx="360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079703" y="3409200"/>
            <a:ext cx="360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0411057-E5E5-58A0-C7D3-45016B77B34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0673" y="5875200"/>
            <a:ext cx="360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72215798-1CD3-E044-CE74-9AC0EF53D4A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064375" y="5875200"/>
            <a:ext cx="360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5B57AB17-85E3-F7F3-9352-644F6C12BFAE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118413" y="1548000"/>
            <a:ext cx="40680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9993F0C2-23F6-88B0-3FCB-E2AFC50153B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-2800" y="4021200"/>
            <a:ext cx="4067175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0" name="Picture Placeholder 10">
            <a:extLst>
              <a:ext uri="{FF2B5EF4-FFF2-40B4-BE49-F238E27FC236}">
                <a16:creationId xmlns:a16="http://schemas.microsoft.com/office/drawing/2014/main" id="{9D59E027-FB3B-4816-9827-CA5F730BEDDE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055994" y="4021200"/>
            <a:ext cx="40680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EF19ACDD-D6F2-F0B5-C1C3-286CCAECBD04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115613" y="4021200"/>
            <a:ext cx="40680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DDB5A621-A8B2-1C98-638A-E41104E301C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140274" y="3409200"/>
            <a:ext cx="360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6A6D0F4B-5BF1-AB60-20DC-81D8C7EDD87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124946" y="5875200"/>
            <a:ext cx="360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ED2A827-2B35-A1B3-2F40-5A2EE32A85A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60835912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x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3052763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9955" y="15480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5B57AB17-85E3-F7F3-9352-644F6C12BFAE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9130813" y="1548000"/>
            <a:ext cx="30528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FBDBD61-3C1F-A8FF-E3B8-2EF546EBE145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090384" y="15480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5D8B0-3E36-62D7-15AC-7C9447868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409200"/>
            <a:ext cx="2664000" cy="142603"/>
          </a:xfrm>
        </p:spPr>
        <p:txBody>
          <a:bodyPr wrap="square"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052920" y="3409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0411057-E5E5-58A0-C7D3-45016B77B34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0673" y="5875200"/>
            <a:ext cx="2664000" cy="142603"/>
          </a:xfrm>
        </p:spPr>
        <p:txBody>
          <a:bodyPr wrap="square"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72215798-1CD3-E044-CE74-9AC0EF53D4A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37592" y="5875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DDB5A621-A8B2-1C98-638A-E41104E301C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140347" y="3409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6A6D0F4B-5BF1-AB60-20DC-81D8C7EDD87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125019" y="5875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Picture Placeholder 10">
            <a:extLst>
              <a:ext uri="{FF2B5EF4-FFF2-40B4-BE49-F238E27FC236}">
                <a16:creationId xmlns:a16="http://schemas.microsoft.com/office/drawing/2014/main" id="{55758935-61B0-0754-9EE4-7640A2FA4B90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-2800" y="4021200"/>
            <a:ext cx="3052763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9" name="Picture Placeholder 10">
            <a:extLst>
              <a:ext uri="{FF2B5EF4-FFF2-40B4-BE49-F238E27FC236}">
                <a16:creationId xmlns:a16="http://schemas.microsoft.com/office/drawing/2014/main" id="{975CCDD2-2ABB-B070-1384-C04EAF0C67E1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047155" y="40212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0" name="Picture Placeholder 10">
            <a:extLst>
              <a:ext uri="{FF2B5EF4-FFF2-40B4-BE49-F238E27FC236}">
                <a16:creationId xmlns:a16="http://schemas.microsoft.com/office/drawing/2014/main" id="{A25A2A6D-F518-CBEF-4C93-1B29B64076A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28013" y="4021200"/>
            <a:ext cx="30528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Picture Placeholder 10">
            <a:extLst>
              <a:ext uri="{FF2B5EF4-FFF2-40B4-BE49-F238E27FC236}">
                <a16:creationId xmlns:a16="http://schemas.microsoft.com/office/drawing/2014/main" id="{BB978DD4-EAC1-621B-5544-02046556D9EA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087584" y="40212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62C3D064-267C-256C-42C6-CE7E69506F19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6102912" y="3409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C29BFDA6-47E0-FF18-141D-1B2474AB9AF3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087584" y="5875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/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EDC6B7F-9A0A-10ED-45EA-2EC581EE387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61000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709705241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Words">
    <p:bg>
      <p:bgPr>
        <a:solidFill>
          <a:srgbClr val="281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3415-9ABB-468D-8000-D4709829BA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2400" y="1800000"/>
            <a:ext cx="11764800" cy="2916000"/>
          </a:xfrm>
        </p:spPr>
        <p:txBody>
          <a:bodyPr anchor="ctr" anchorCtr="0"/>
          <a:lstStyle>
            <a:lvl1pPr algn="ctr">
              <a:lnSpc>
                <a:spcPct val="105000"/>
              </a:lnSpc>
              <a:defRPr sz="50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Highlight text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59A6-C59F-470E-8BF8-9282D0F7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3AF99-F82C-479E-9C97-B331F9BEB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35E3A-598C-46E1-8CB4-7AF17A27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7E749-01C5-8543-BB9E-312EBD18147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0ABD23-4F8B-D64D-8863-40CD1000E1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96099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Text – Image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3415-9ABB-468D-8000-D4709829B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00000"/>
            <a:ext cx="10515600" cy="2916000"/>
          </a:xfrm>
        </p:spPr>
        <p:txBody>
          <a:bodyPr anchor="ctr" anchorCtr="0"/>
          <a:lstStyle>
            <a:lvl1pPr algn="ctr">
              <a:lnSpc>
                <a:spcPct val="105000"/>
              </a:lnSpc>
              <a:defRPr sz="5000" cap="none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59A6-C59F-470E-8BF8-9282D0F7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3AF99-F82C-479E-9C97-B331F9BEB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35E3A-598C-46E1-8CB4-7AF17A27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7E749-01C5-8543-BB9E-312EBD18147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497A09-0613-944E-9CDA-78EFF237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78F04999-D615-6D4F-AE6E-B0F582B6B1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104" y="58104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change the background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</p:spTree>
    <p:extLst>
      <p:ext uri="{BB962C8B-B14F-4D97-AF65-F5344CB8AC3E}">
        <p14:creationId xmlns:p14="http://schemas.microsoft.com/office/powerpoint/2010/main" val="1394935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– Image">
    <p:bg>
      <p:bgPr>
        <a:solidFill>
          <a:srgbClr val="281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3415-9ABB-468D-8000-D4709829BA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2458390"/>
            <a:ext cx="10515600" cy="1599220"/>
          </a:xfrm>
        </p:spPr>
        <p:txBody>
          <a:bodyPr anchor="ctr" anchorCtr="0"/>
          <a:lstStyle>
            <a:lvl1pPr marL="0" marR="0" indent="0" algn="ctr" defTabSz="914400" rtl="0" eaLnBrk="1" fontAlgn="auto" latinLnBrk="0" hangingPunct="1">
              <a:lnSpc>
                <a:spcPct val="10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GB" sz="2500" cap="none" baseline="0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Points can be highlighted in their own pull-out </a:t>
            </a:r>
            <a:br>
              <a:rPr lang="en-US" dirty="0"/>
            </a:br>
            <a:r>
              <a:rPr lang="en-US" dirty="0"/>
              <a:t>slides. Use these for small amounts of information, </a:t>
            </a:r>
            <a:br>
              <a:rPr lang="en-US" dirty="0"/>
            </a:br>
            <a:r>
              <a:rPr lang="en-US" dirty="0"/>
              <a:t>they must not be used as section dividers.</a:t>
            </a:r>
            <a:br>
              <a:rPr lang="en-US" dirty="0"/>
            </a:br>
            <a:r>
              <a:rPr lang="en-US" dirty="0"/>
              <a:t>Text must be set in Riviera Nights Light 25pt.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59A6-C59F-470E-8BF8-9282D0F7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3AF99-F82C-479E-9C97-B331F9BEB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35E3A-598C-46E1-8CB4-7AF17A27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7E749-01C5-8543-BB9E-312EBD18147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DF5F0D-821C-D347-B9DE-C17EAD0AF3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80940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- Expression Image">
    <p:bg>
      <p:bgPr>
        <a:solidFill>
          <a:srgbClr val="281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3415-9ABB-468D-8000-D4709829BA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2400" y="1800000"/>
            <a:ext cx="11764800" cy="2916000"/>
          </a:xfrm>
        </p:spPr>
        <p:txBody>
          <a:bodyPr anchor="ctr" anchorCtr="0"/>
          <a:lstStyle>
            <a:lvl1pPr algn="ctr">
              <a:lnSpc>
                <a:spcPct val="105000"/>
              </a:lnSpc>
              <a:defRPr sz="50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slide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59A6-C59F-470E-8BF8-9282D0F7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3AF99-F82C-479E-9C97-B331F9BEB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35E3A-598C-46E1-8CB4-7AF17A27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7E749-01C5-8543-BB9E-312EBD18147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36A364-8C14-734E-9063-49ABB5B3C3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94231E42-54C9-7949-ADA5-6302151CCD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104" y="58104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add a background expression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</p:spTree>
    <p:extLst>
      <p:ext uri="{BB962C8B-B14F-4D97-AF65-F5344CB8AC3E}">
        <p14:creationId xmlns:p14="http://schemas.microsoft.com/office/powerpoint/2010/main" val="62293512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rgbClr val="281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59A6-C59F-470E-8BF8-9282D0F7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3AF99-F82C-479E-9C97-B331F9BEB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35E3A-598C-46E1-8CB4-7AF17A27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7E749-01C5-8543-BB9E-312EBD18147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8C21F-E2ED-A94C-ACE8-5456D32CEA98}"/>
              </a:ext>
            </a:extLst>
          </p:cNvPr>
          <p:cNvSpPr txBox="1"/>
          <p:nvPr/>
        </p:nvSpPr>
        <p:spPr>
          <a:xfrm>
            <a:off x="3048946" y="3184301"/>
            <a:ext cx="6091707" cy="489397"/>
          </a:xfrm>
          <a:prstGeom prst="rect">
            <a:avLst/>
          </a:prstGeom>
          <a:noFill/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ctr">
              <a:lnSpc>
                <a:spcPct val="100000"/>
              </a:lnSpc>
              <a:buClr>
                <a:srgbClr val="F7A177"/>
              </a:buClr>
              <a:buSzPct val="120000"/>
              <a:buFont typeface="Riviera Nights Light"/>
              <a:buNone/>
            </a:pPr>
            <a:r>
              <a:rPr lang="en-GB" sz="2500" cap="all" spc="60" baseline="0" dirty="0">
                <a:solidFill>
                  <a:schemeClr val="bg1"/>
                </a:solidFill>
                <a:cs typeface="Arial"/>
              </a:rPr>
              <a:t>Thank you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170D35-CEC7-5E4E-8DD0-F8CF8B99AB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33232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59A6-C59F-470E-8BF8-9282D0F7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3AF99-F82C-479E-9C97-B331F9BEB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35E3A-598C-46E1-8CB4-7AF17A27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B7E749-01C5-8543-BB9E-312EBD18147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tx1"/>
                </a:solidFill>
              </a:rPr>
              <a:t>Rolls-Royce Motor Cars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8C21F-E2ED-A94C-ACE8-5456D32CEA98}"/>
              </a:ext>
            </a:extLst>
          </p:cNvPr>
          <p:cNvSpPr txBox="1"/>
          <p:nvPr/>
        </p:nvSpPr>
        <p:spPr>
          <a:xfrm>
            <a:off x="3048946" y="3184301"/>
            <a:ext cx="6091707" cy="489397"/>
          </a:xfrm>
          <a:prstGeom prst="rect">
            <a:avLst/>
          </a:prstGeom>
          <a:noFill/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ctr">
              <a:lnSpc>
                <a:spcPct val="100000"/>
              </a:lnSpc>
              <a:buClr>
                <a:srgbClr val="F7A177"/>
              </a:buClr>
              <a:buSzPct val="120000"/>
              <a:buFont typeface="Riviera Nights Light"/>
              <a:buNone/>
            </a:pPr>
            <a:r>
              <a:rPr lang="en-GB" sz="2500" cap="all" spc="60" baseline="0" dirty="0">
                <a:solidFill>
                  <a:schemeClr val="tx1"/>
                </a:solidFill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361442-06A0-F095-D32C-394DCFFB1B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3" y="6483600"/>
            <a:ext cx="174682" cy="2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833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94690015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51249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Image Light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AC0EA-C5E4-4B38-A82B-5DB88B2D724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260000"/>
            <a:ext cx="9144000" cy="2376000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000" cap="all" spc="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1-line title riviera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BB778D-14CC-44F8-B85D-AF91542DD8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752000"/>
            <a:ext cx="9144000" cy="221920"/>
          </a:xfrm>
        </p:spPr>
        <p:txBody>
          <a:bodyPr>
            <a:spAutoFit/>
          </a:bodyPr>
          <a:lstStyle>
            <a:lvl1pPr marL="0" indent="0" algn="ctr">
              <a:buNone/>
              <a:defRPr sz="14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 Department  Date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0755F25-DC57-924E-81EE-91A8A24AC3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104" y="6048000"/>
            <a:ext cx="3947440" cy="576000"/>
          </a:xfrm>
          <a:solidFill>
            <a:schemeClr val="accent5"/>
          </a:solidFill>
        </p:spPr>
        <p:txBody>
          <a:bodyPr lIns="72000" tIns="36000" rIns="72000" bIns="72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To add a background Image</a:t>
            </a:r>
            <a:br>
              <a:rPr lang="en-GB" dirty="0"/>
            </a:br>
            <a:r>
              <a:rPr lang="en-GB" dirty="0"/>
              <a:t>Right click and select ’Format Background’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6C2F089-96F2-62EF-AB2C-37B4018C46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524000" y="4212000"/>
            <a:ext cx="9144000" cy="221920"/>
          </a:xfrm>
        </p:spPr>
        <p:txBody>
          <a:bodyPr wrap="square">
            <a:spAutoFit/>
          </a:bodyPr>
          <a:lstStyle>
            <a:lvl1pPr marL="0" indent="0" algn="ctr">
              <a:spcAft>
                <a:spcPts val="0"/>
              </a:spcAft>
              <a:buNone/>
              <a:defRPr sz="14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goes 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61A2E4-7B80-341E-91B0-65ED0C31CC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000" y="337657"/>
            <a:ext cx="378000" cy="475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2BCECC-4AF5-F19B-D59F-C2D784642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4999" y="6153143"/>
            <a:ext cx="1420301" cy="3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98961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calisation Slid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D3D1F79-3139-9E41-AF1E-2B8458E345D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4800" cy="6381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  <a:endParaRPr lang="en-GB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4E2DB05-7B9E-6444-A80E-81D4900FA91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 dirty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8CF1D272-4661-2040-BCFE-CC5327AC94D9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16000" y="1512000"/>
            <a:ext cx="5400000" cy="45339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table</a:t>
            </a:r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4467EE6-4823-8B72-B407-E1392A9D3C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E9F1682-89B4-7393-A1A6-E2A531912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611522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4800" cy="638175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E84DEF-50B2-014B-9C44-7747606A87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6000" y="1512000"/>
            <a:ext cx="5400000" cy="4373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4F115E2A-B84C-A94F-8D8F-4C4D71A143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041200" y="6570000"/>
            <a:ext cx="720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7360E0E-54B4-E942-B0E0-D14AA90EFD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47E254-A72B-C047-9C9D-30BEB3A96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4B45C1-30FB-66A8-B25C-86401A9B5B1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125552-517D-7884-C791-B0B860B341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7542557-9AB9-AEAB-B55F-108F77F97F6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403578747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00907674-F195-3E46-B556-01CB6DBDA6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3438001"/>
            <a:ext cx="6096001" cy="2943749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E23FD24C-5186-BA4B-A439-FD5FC61512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3420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ECDDB47-D1BD-41D4-F2BE-042A009A03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214ECE9-037E-12E4-BBBB-3D76E4BE30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6000" y="1512000"/>
            <a:ext cx="5400000" cy="4373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A635E28-91A8-6D8B-F583-2A7441733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8CCF80F-4481-021D-2E84-5BD248C3E7C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868376440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263465-E086-7591-D61C-466E9664D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3419998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BF0968D0-C2E0-5B4D-F525-9CDF6BCE17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15999" y="1512000"/>
            <a:ext cx="3419997" cy="4373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5B04D8C-FA2A-FF01-E21E-24C9EE705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3BB0AB-5CB6-70A0-9350-FB61CFC98D8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3419996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0709DF1F-F8F9-E1A2-2EE0-E0C1512A00D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34000" y="3798000"/>
            <a:ext cx="4158000" cy="258375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84D812DB-0A2E-483D-A7BE-2395223D6F2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76000" y="3798000"/>
            <a:ext cx="4158000" cy="258375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A0F498B-70C9-04F6-DC07-6EC8F5990DC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876000" y="0"/>
            <a:ext cx="8316000" cy="379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3612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D4AA27-6650-6C4C-9F77-05D2D709DB11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440C0D-261A-E840-A2F0-B6E3B7D24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924861-28CE-1C7D-F773-9106616388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3419998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E2327FA3-00D9-3129-60ED-12809936AF4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16000" y="1512000"/>
            <a:ext cx="3419998" cy="4373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B26BF21-D184-04F3-C385-8FD042752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E928A78-C809-D4F8-491B-1D0F23580EE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3419996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70C792CB-5920-B677-249D-995D664D572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76000" y="3192894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F5FC9A86-7B7C-FD73-6894-FC7AA393E43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876001" y="0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9B34520-75AC-A176-DE1A-F8C013206A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34000" y="3192894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988D4CC0-CAB0-BAB9-7EB8-3CBE83B39DD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034000" y="0"/>
            <a:ext cx="4158000" cy="3192894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40263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80EDC-4BB8-408E-A6DB-084703520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09C3-3407-4554-9FFB-CCA38A1DC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F7E1D-04A4-4AE0-967C-F9AAFB372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846C3-181E-42AF-88D6-2D408221E3D0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1E7C24-D7EA-F747-93D4-3EDC81C0E177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290CC8B-5D25-69AA-0EE3-74885B15B0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0412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FA86232-6DEE-9D33-5D62-38304793AD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15999" y="1512000"/>
            <a:ext cx="11041198" cy="4350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C99D8E5-5D5B-F5CD-346C-2F294D41F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356E98-2AC6-2789-ADE3-6E4FB368F36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041198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82539397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80EDC-4BB8-408E-A6DB-084703520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09C3-3407-4554-9FFB-CCA38A1DC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F7E1D-04A4-4AE0-967C-F9AAFB372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846C3-181E-42AF-88D6-2D408221E3D0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1E7C24-D7EA-F747-93D4-3EDC81C0E177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 dirty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290CC8B-5D25-69AA-0EE3-74885B15B0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041200" cy="34624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FA86232-6DEE-9D33-5D62-38304793AD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15999" y="1512000"/>
            <a:ext cx="5454000" cy="4350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F10FD9B-18B0-D8AF-6921-D3DA6E0D567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7200" y="1512000"/>
            <a:ext cx="5454000" cy="4350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B7FBB7-A48C-FE3B-DDB0-9C037D0E0E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4327365-03C4-D28C-858F-0CB4CA1F979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041198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92170174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212401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205200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01" y="1547999"/>
            <a:ext cx="2556000" cy="4320000"/>
          </a:xfrm>
        </p:spPr>
        <p:txBody>
          <a:bodyPr/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C78592-89FA-94AA-EEB5-1DC72C9890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8E62209-03E9-4163-E992-B7EF892ACE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3941697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36836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434208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868417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672000"/>
            <a:ext cx="1976702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441489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801225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05221" y="3672000"/>
            <a:ext cx="2178000" cy="856388"/>
          </a:xfrm>
        </p:spPr>
        <p:txBody>
          <a:bodyPr wrap="square"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45F7D34-2097-79A0-1482-79C2432AB28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302626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878435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/>
            </a:lvl1pPr>
            <a:lvl2pPr marL="216000" indent="-108000"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EF4C61-F665-4F02-BA82-B2AAC8089A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675C1E9-18ED-259A-BA9D-009B5DACF21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5945524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7200" y="0"/>
            <a:ext cx="6094800" cy="638175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70000" y="6570000"/>
            <a:ext cx="3546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FE84DEF-50B2-014B-9C44-7747606A87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6000" y="1512000"/>
            <a:ext cx="5400000" cy="4373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4F115E2A-B84C-A94F-8D8F-4C4D71A143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041200" y="6570000"/>
            <a:ext cx="720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7360E0E-54B4-E942-B0E0-D14AA90EFD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7200" y="6570000"/>
            <a:ext cx="36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47E254-A72B-C047-9C9D-30BEB3A96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5400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E63F2B9-0F36-E5AF-B65E-27F51DDE9E7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6000" y="547200"/>
            <a:ext cx="5400000" cy="317010"/>
          </a:xfr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4B45C1-30FB-66A8-B25C-86401A9B5B1E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 dirty="0">
                <a:solidFill>
                  <a:schemeClr val="bg1"/>
                </a:solidFill>
              </a:rPr>
              <a:t>Rolls-Royce Motor Cars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5FB04D-789A-F133-0664-6962998A6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309323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6096000" cy="3327399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1548000"/>
            <a:ext cx="6096000" cy="3327398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16BD23F4-2C6D-2B2D-7957-3C54501560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5004000"/>
            <a:ext cx="3708000" cy="1021049"/>
          </a:xfrm>
        </p:spPr>
        <p:txBody>
          <a:bodyPr>
            <a:spAutoFit/>
          </a:bodyPr>
          <a:lstStyle>
            <a:lvl1pPr marL="108000" indent="-108000">
              <a:defRPr sz="1100"/>
            </a:lvl1pPr>
            <a:lvl2pPr marL="216000" indent="-108000">
              <a:defRPr sz="1100"/>
            </a:lvl2pPr>
            <a:lvl3pPr marL="324000" indent="-108000">
              <a:defRPr sz="1100"/>
            </a:lvl3pPr>
            <a:lvl4pPr marL="108000" indent="-108000">
              <a:defRPr sz="1100"/>
            </a:lvl4pPr>
            <a:lvl5pPr marL="108000" indent="-108000"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E74DD52A-3DF3-9254-40B7-740ED921B1B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84800" y="5004000"/>
            <a:ext cx="3708000" cy="1021049"/>
          </a:xfrm>
        </p:spPr>
        <p:txBody>
          <a:bodyPr>
            <a:spAutoFit/>
          </a:bodyPr>
          <a:lstStyle>
            <a:lvl1pPr marL="108000" indent="-108000">
              <a:defRPr sz="1100"/>
            </a:lvl1pPr>
            <a:lvl2pPr marL="216000" indent="-108000">
              <a:defRPr sz="1100"/>
            </a:lvl2pPr>
            <a:lvl3pPr marL="324000" indent="-108000">
              <a:defRPr sz="1100"/>
            </a:lvl3pPr>
            <a:lvl4pPr marL="108000" indent="-108000">
              <a:defRPr sz="1100"/>
            </a:lvl4pPr>
            <a:lvl5pPr marL="108000" indent="-108000"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FB33243-0CF7-3C41-9BA3-FEBC3B3E3D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EACB263-9982-43DC-802A-28BCA2D904F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634439712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4158000" cy="26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34000" y="1548000"/>
            <a:ext cx="4158000" cy="26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158000" y="1548000"/>
            <a:ext cx="3876000" cy="26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7DD3B0C1-C1E0-F492-BC04-EF1CAA5D557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0" y="4319588"/>
            <a:ext cx="3643749" cy="856388"/>
          </a:xfrm>
        </p:spPr>
        <p:txBody>
          <a:bodyPr wrap="square"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37D3EE99-5E2E-67D0-1BA7-4A211972632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224600" y="4319587"/>
            <a:ext cx="3528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096DBAC9-D3BE-8D31-F161-E43ED4A106B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17450" y="4319587"/>
            <a:ext cx="3643750" cy="856388"/>
          </a:xfrm>
        </p:spPr>
        <p:txBody>
          <a:bodyPr wrap="square"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4545BE-903A-9168-296B-61E0207EC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E90468FF-8130-97AA-2C12-C6FC7686513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744413213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36836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434208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868417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672000"/>
            <a:ext cx="1976702" cy="856388"/>
          </a:xfrm>
        </p:spPr>
        <p:txBody>
          <a:bodyPr wrap="square"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441489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801225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05221" y="3672000"/>
            <a:ext cx="2178000" cy="856388"/>
          </a:xfrm>
        </p:spPr>
        <p:txBody>
          <a:bodyPr wrap="square"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45F7D34-2097-79A0-1482-79C2432AB28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302626" y="1548000"/>
            <a:ext cx="2448000" cy="201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878435" y="3672000"/>
            <a:ext cx="2178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57E6DB-0B93-8800-8367-952F6E1E20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4F95052-4783-295D-7595-482DE5CAA9C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1009830938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2178001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77A35C06-7037-174F-B0E4-07A4DCC7CD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013998" y="1548000"/>
            <a:ext cx="2177999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F2EB354-CF28-A848-AE23-9DB35F56E56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1756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48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2775" y="3456000"/>
            <a:ext cx="1857225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38DC8CEF-5D75-E6B2-A8AD-AC76ABBFA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85433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032683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08FE5C4-8CA1-1E9B-2C93-44276AE5AD8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063252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45F7D34-2097-79A0-1482-79C2432AB28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0544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3C3105EC-1969-8BC6-0064-C013385BB8B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24299" y="3456000"/>
            <a:ext cx="1823522" cy="856388"/>
          </a:xfrm>
        </p:spPr>
        <p:txBody>
          <a:bodyPr wrap="square"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2312F6A2-F2D9-7746-1569-2714A617B01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135201" y="1548000"/>
            <a:ext cx="1962000" cy="154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E6514EC-AF55-D197-9379-D2E1A818204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154866" y="3456000"/>
            <a:ext cx="1854000" cy="856388"/>
          </a:xfrm>
        </p:spPr>
        <p:txBody>
          <a:bodyPr>
            <a:spAutoFit/>
          </a:bodyPr>
          <a:lstStyle>
            <a:lvl1pPr marL="108000" indent="-108000">
              <a:defRPr sz="900">
                <a:solidFill>
                  <a:schemeClr val="bg1"/>
                </a:solidFill>
              </a:defRPr>
            </a:lvl1pPr>
            <a:lvl2pPr marL="216000" indent="-108000">
              <a:defRPr sz="900">
                <a:solidFill>
                  <a:schemeClr val="bg1"/>
                </a:solidFill>
              </a:defRPr>
            </a:lvl2pPr>
            <a:lvl3pPr marL="324000" indent="-108000">
              <a:defRPr sz="900">
                <a:solidFill>
                  <a:schemeClr val="bg1"/>
                </a:solidFill>
              </a:defRPr>
            </a:lvl3pPr>
            <a:lvl4pPr marL="108000" indent="-108000">
              <a:defRPr sz="900">
                <a:solidFill>
                  <a:schemeClr val="bg1"/>
                </a:solidFill>
              </a:defRPr>
            </a:lvl4pPr>
            <a:lvl5pPr marL="108000" indent="-108000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EB5B903-7B65-172D-9512-9696333B09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11DA222-3091-BF8F-E339-2BF14DCD0F7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9" y="547200"/>
            <a:ext cx="11670684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76935778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x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60912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86800" y="1548000"/>
            <a:ext cx="60984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409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095600" y="3409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0">
            <a:extLst>
              <a:ext uri="{FF2B5EF4-FFF2-40B4-BE49-F238E27FC236}">
                <a16:creationId xmlns:a16="http://schemas.microsoft.com/office/drawing/2014/main" id="{3BDF6793-51DE-5D0B-099D-A5A1A045E328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-2800" y="4021200"/>
            <a:ext cx="60984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5921D8A3-979B-29E2-5F7D-37C978D8B9EB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091200" y="4021200"/>
            <a:ext cx="61008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0411057-E5E5-58A0-C7D3-45016B77B34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0673" y="5875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72215798-1CD3-E044-CE74-9AC0EF53D4A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080272" y="5875200"/>
            <a:ext cx="3780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A68C2A-47D0-0E7A-F206-FBA52C525F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5B6031D-40F8-E1C3-7CDA-A3007E4485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2002031507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x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715B24-9925-CA4E-8864-6AB37132D3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548000"/>
            <a:ext cx="3052763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DBB163B5-1FCF-4DA9-1A44-F1CEBECCBA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9955" y="15480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5B57AB17-85E3-F7F3-9352-644F6C12BFAE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9130813" y="1548000"/>
            <a:ext cx="30528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FBDBD61-3C1F-A8FF-E3B8-2EF546EBE145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090384" y="15480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7A116-4908-4BBC-8678-4BC684F2D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7A241-503D-4A1A-8FA8-655B1FFEF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5549BF-5EE7-744D-BC10-D95EF2874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CEEF77-1FB7-4F88-9A1A-5375F8CC0A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6000" y="198000"/>
            <a:ext cx="11661000" cy="34624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13E8F-4DDF-010B-4EAE-B16FB25D3C75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A604962-E0BB-9910-512B-772F24ADBF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6001" y="3409200"/>
            <a:ext cx="2664000" cy="142603"/>
          </a:xfrm>
        </p:spPr>
        <p:txBody>
          <a:bodyPr wrap="square"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E0F37478-D0A2-4493-0CA6-232B03B032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052920" y="3409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0411057-E5E5-58A0-C7D3-45016B77B34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0673" y="5875200"/>
            <a:ext cx="2664000" cy="142603"/>
          </a:xfrm>
        </p:spPr>
        <p:txBody>
          <a:bodyPr wrap="square"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72215798-1CD3-E044-CE74-9AC0EF53D4A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37592" y="5875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DDB5A621-A8B2-1C98-638A-E41104E301C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140347" y="3409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6A6D0F4B-5BF1-AB60-20DC-81D8C7EDD87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125019" y="5875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Picture Placeholder 10">
            <a:extLst>
              <a:ext uri="{FF2B5EF4-FFF2-40B4-BE49-F238E27FC236}">
                <a16:creationId xmlns:a16="http://schemas.microsoft.com/office/drawing/2014/main" id="{55758935-61B0-0754-9EE4-7640A2FA4B90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-2800" y="4021200"/>
            <a:ext cx="3052763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29" name="Picture Placeholder 10">
            <a:extLst>
              <a:ext uri="{FF2B5EF4-FFF2-40B4-BE49-F238E27FC236}">
                <a16:creationId xmlns:a16="http://schemas.microsoft.com/office/drawing/2014/main" id="{975CCDD2-2ABB-B070-1384-C04EAF0C67E1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047155" y="40212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0" name="Picture Placeholder 10">
            <a:extLst>
              <a:ext uri="{FF2B5EF4-FFF2-40B4-BE49-F238E27FC236}">
                <a16:creationId xmlns:a16="http://schemas.microsoft.com/office/drawing/2014/main" id="{A25A2A6D-F518-CBEF-4C93-1B29B64076A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28013" y="4021200"/>
            <a:ext cx="3052800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Picture Placeholder 10">
            <a:extLst>
              <a:ext uri="{FF2B5EF4-FFF2-40B4-BE49-F238E27FC236}">
                <a16:creationId xmlns:a16="http://schemas.microsoft.com/office/drawing/2014/main" id="{BB978DD4-EAC1-621B-5544-02046556D9EA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087584" y="4021200"/>
            <a:ext cx="3043237" cy="1764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62C3D064-267C-256C-42C6-CE7E69506F19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6102912" y="3409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C29BFDA6-47E0-FF18-141D-1B2474AB9AF3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087584" y="5875200"/>
            <a:ext cx="2844000" cy="142603"/>
          </a:xfrm>
        </p:spPr>
        <p:txBody>
          <a:bodyPr>
            <a:spAutoFit/>
          </a:bodyPr>
          <a:lstStyle>
            <a:lvl1pPr marL="108000" indent="-108000">
              <a:spcAft>
                <a:spcPts val="200"/>
              </a:spcAft>
              <a:defRPr sz="900">
                <a:solidFill>
                  <a:schemeClr val="bg1"/>
                </a:solidFill>
              </a:defRPr>
            </a:lvl1pPr>
            <a:lvl2pPr marL="108000" indent="0">
              <a:buNone/>
              <a:defRPr sz="900"/>
            </a:lvl2pPr>
            <a:lvl3pPr marL="324000" indent="-108000">
              <a:defRPr sz="900"/>
            </a:lvl3pPr>
            <a:lvl4pPr marL="108000" indent="-108000">
              <a:defRPr sz="900"/>
            </a:lvl4pPr>
            <a:lvl5pPr marL="108000" indent="-108000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8BDEC60-BA27-E4BD-BB35-6970F7E343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81C4D9B-C373-DCCD-7CDA-55BE510A574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660999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3839250628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harts Landscape - Ultra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DEEE8-0AFB-417A-A459-A5D80366E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000" y="216000"/>
            <a:ext cx="11761200" cy="346249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80EDC-4BB8-408E-A6DB-084703520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09C3-3407-4554-9FFB-CCA38A1DC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F7E1D-04A4-4AE0-967C-F9AAFB372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1E7C24-D7EA-F747-93D4-3EDC81C0E177}"/>
              </a:ext>
            </a:extLst>
          </p:cNvPr>
          <p:cNvSpPr txBox="1"/>
          <p:nvPr/>
        </p:nvSpPr>
        <p:spPr>
          <a:xfrm>
            <a:off x="576000" y="6570000"/>
            <a:ext cx="1335574" cy="180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700" cap="all" baseline="0">
                <a:solidFill>
                  <a:schemeClr val="bg1"/>
                </a:solidFill>
              </a:rPr>
              <a:t>Rolls-Royce Motor Cars</a:t>
            </a:r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id="{AC06DFF9-DEA6-CE43-A079-55E1D2C554F5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212725" y="1530351"/>
            <a:ext cx="11763375" cy="227443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Chart Placeholder 10">
            <a:extLst>
              <a:ext uri="{FF2B5EF4-FFF2-40B4-BE49-F238E27FC236}">
                <a16:creationId xmlns:a16="http://schemas.microsoft.com/office/drawing/2014/main" id="{9DB6D704-B141-0248-875A-6A65845E199F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188286" y="4170786"/>
            <a:ext cx="11763375" cy="216151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7B80BD-6B90-DF54-8D34-5E7B147F0A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0673" y="6483600"/>
            <a:ext cx="174681" cy="219600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31F3C3C-83AF-44E7-FBB4-97185ED7D3E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5998" y="547200"/>
            <a:ext cx="11760001" cy="307777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subtitle </a:t>
            </a:r>
          </a:p>
        </p:txBody>
      </p:sp>
    </p:spTree>
    <p:extLst>
      <p:ext uri="{BB962C8B-B14F-4D97-AF65-F5344CB8AC3E}">
        <p14:creationId xmlns:p14="http://schemas.microsoft.com/office/powerpoint/2010/main" val="819291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4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43.xml"/><Relationship Id="rId5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42.xml"/><Relationship Id="rId4" Type="http://schemas.openxmlformats.org/officeDocument/2006/relationships/slideLayout" Target="../slideLayouts/slideLayout36.xml"/><Relationship Id="rId9" Type="http://schemas.openxmlformats.org/officeDocument/2006/relationships/slideLayout" Target="../slideLayouts/slideLayout4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72.xml"/><Relationship Id="rId26" Type="http://schemas.openxmlformats.org/officeDocument/2006/relationships/slideLayout" Target="../slideLayouts/slideLayout80.xml"/><Relationship Id="rId3" Type="http://schemas.openxmlformats.org/officeDocument/2006/relationships/slideLayout" Target="../slideLayouts/slideLayout57.xml"/><Relationship Id="rId21" Type="http://schemas.openxmlformats.org/officeDocument/2006/relationships/slideLayout" Target="../slideLayouts/slideLayout75.xml"/><Relationship Id="rId7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71.xml"/><Relationship Id="rId25" Type="http://schemas.openxmlformats.org/officeDocument/2006/relationships/slideLayout" Target="../slideLayouts/slideLayout79.xml"/><Relationship Id="rId33" Type="http://schemas.openxmlformats.org/officeDocument/2006/relationships/theme" Target="../theme/theme4.xml"/><Relationship Id="rId2" Type="http://schemas.openxmlformats.org/officeDocument/2006/relationships/slideLayout" Target="../slideLayouts/slideLayout56.xml"/><Relationship Id="rId16" Type="http://schemas.openxmlformats.org/officeDocument/2006/relationships/slideLayout" Target="../slideLayouts/slideLayout70.xml"/><Relationship Id="rId20" Type="http://schemas.openxmlformats.org/officeDocument/2006/relationships/slideLayout" Target="../slideLayouts/slideLayout74.xml"/><Relationship Id="rId29" Type="http://schemas.openxmlformats.org/officeDocument/2006/relationships/slideLayout" Target="../slideLayouts/slideLayout83.xml"/><Relationship Id="rId1" Type="http://schemas.openxmlformats.org/officeDocument/2006/relationships/slideLayout" Target="../slideLayouts/slideLayout55.xml"/><Relationship Id="rId6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5.xml"/><Relationship Id="rId24" Type="http://schemas.openxmlformats.org/officeDocument/2006/relationships/slideLayout" Target="../slideLayouts/slideLayout78.xml"/><Relationship Id="rId32" Type="http://schemas.openxmlformats.org/officeDocument/2006/relationships/slideLayout" Target="../slideLayouts/slideLayout86.xml"/><Relationship Id="rId5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9.xml"/><Relationship Id="rId23" Type="http://schemas.openxmlformats.org/officeDocument/2006/relationships/slideLayout" Target="../slideLayouts/slideLayout77.xml"/><Relationship Id="rId28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64.xml"/><Relationship Id="rId19" Type="http://schemas.openxmlformats.org/officeDocument/2006/relationships/slideLayout" Target="../slideLayouts/slideLayout73.xml"/><Relationship Id="rId31" Type="http://schemas.openxmlformats.org/officeDocument/2006/relationships/slideLayout" Target="../slideLayouts/slideLayout85.xml"/><Relationship Id="rId4" Type="http://schemas.openxmlformats.org/officeDocument/2006/relationships/slideLayout" Target="../slideLayouts/slideLayout58.xml"/><Relationship Id="rId9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8.xml"/><Relationship Id="rId22" Type="http://schemas.openxmlformats.org/officeDocument/2006/relationships/slideLayout" Target="../slideLayouts/slideLayout76.xml"/><Relationship Id="rId27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4.xml"/><Relationship Id="rId8" Type="http://schemas.openxmlformats.org/officeDocument/2006/relationships/slideLayout" Target="../slideLayouts/slideLayout6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4.xml"/><Relationship Id="rId3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3.xml"/><Relationship Id="rId2" Type="http://schemas.openxmlformats.org/officeDocument/2006/relationships/slideLayout" Target="../slideLayouts/slideLayout88.xml"/><Relationship Id="rId1" Type="http://schemas.openxmlformats.org/officeDocument/2006/relationships/slideLayout" Target="../slideLayouts/slideLayout87.xml"/><Relationship Id="rId6" Type="http://schemas.openxmlformats.org/officeDocument/2006/relationships/slideLayout" Target="../slideLayouts/slideLayout92.xml"/><Relationship Id="rId11" Type="http://schemas.openxmlformats.org/officeDocument/2006/relationships/theme" Target="../theme/theme5.xml"/><Relationship Id="rId5" Type="http://schemas.openxmlformats.org/officeDocument/2006/relationships/slideLayout" Target="../slideLayouts/slideLayout91.xml"/><Relationship Id="rId10" Type="http://schemas.openxmlformats.org/officeDocument/2006/relationships/slideLayout" Target="../slideLayouts/slideLayout96.xml"/><Relationship Id="rId4" Type="http://schemas.openxmlformats.org/officeDocument/2006/relationships/slideLayout" Target="../slideLayouts/slideLayout90.xml"/><Relationship Id="rId9" Type="http://schemas.openxmlformats.org/officeDocument/2006/relationships/slideLayout" Target="../slideLayouts/slideLayout95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4.xml"/><Relationship Id="rId3" Type="http://schemas.openxmlformats.org/officeDocument/2006/relationships/slideLayout" Target="../slideLayouts/slideLayout99.xml"/><Relationship Id="rId7" Type="http://schemas.openxmlformats.org/officeDocument/2006/relationships/slideLayout" Target="../slideLayouts/slideLayout103.xml"/><Relationship Id="rId2" Type="http://schemas.openxmlformats.org/officeDocument/2006/relationships/slideLayout" Target="../slideLayouts/slideLayout98.xml"/><Relationship Id="rId1" Type="http://schemas.openxmlformats.org/officeDocument/2006/relationships/slideLayout" Target="../slideLayouts/slideLayout97.xml"/><Relationship Id="rId6" Type="http://schemas.openxmlformats.org/officeDocument/2006/relationships/slideLayout" Target="../slideLayouts/slideLayout102.xml"/><Relationship Id="rId5" Type="http://schemas.openxmlformats.org/officeDocument/2006/relationships/slideLayout" Target="../slideLayouts/slideLayout101.xml"/><Relationship Id="rId4" Type="http://schemas.openxmlformats.org/officeDocument/2006/relationships/slideLayout" Target="../slideLayouts/slideLayout100.xml"/><Relationship Id="rId9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744743-C96B-4FB2-8DC0-324587DE5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000" y="198000"/>
            <a:ext cx="10515600" cy="34624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419F4-2CDC-4000-B59F-3B5FA0DF52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6000" y="1512000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4A495-8D00-4AAE-883C-7333E232D6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30107" y="6570000"/>
            <a:ext cx="1331093" cy="18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70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209D9-E292-4749-BF82-8751642484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70000" y="6570000"/>
            <a:ext cx="41148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70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762FB-62F3-429B-A56B-EBCD97D389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EC72E0-3650-227C-F57A-BCA90D3F282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36387" y="6611620"/>
            <a:ext cx="947738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C00000">
                    <a:alpha val="50000"/>
                  </a:srgbClr>
                </a:solidFill>
                <a:latin typeface="BMW Group Condensed" panose="020B0606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4192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00" kern="1200" cap="all" baseline="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108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500"/>
        </a:spcAft>
        <a:buFont typeface="Times New Roman" panose="02020603050405020304" pitchFamily="18" charset="0"/>
        <a:buChar char="∙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16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200"/>
        </a:spcAft>
        <a:buFont typeface="Times New Roman" panose="02020603050405020304" pitchFamily="18" charset="0"/>
        <a:buChar char="∙"/>
        <a:tabLst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324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200"/>
        </a:spcAft>
        <a:buFont typeface="Times New Roman" panose="02020603050405020304" pitchFamily="18" charset="0"/>
        <a:buChar char="∙"/>
        <a:tabLst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400" b="0" kern="1200">
          <a:solidFill>
            <a:schemeClr val="tx1"/>
          </a:solidFill>
          <a:latin typeface="+mj-lt"/>
          <a:ea typeface="+mn-ea"/>
          <a:cs typeface="+mn-cs"/>
        </a:defRPr>
      </a:lvl4pPr>
      <a:lvl5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324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216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2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744743-C96B-4FB2-8DC0-324587DE5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000" y="198000"/>
            <a:ext cx="10515600" cy="34624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419F4-2CDC-4000-B59F-3B5FA0DF52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6000" y="1512000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4A495-8D00-4AAE-883C-7333E232D6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30107" y="6570000"/>
            <a:ext cx="1331093" cy="18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7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209D9-E292-4749-BF82-8751642484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70000" y="6570000"/>
            <a:ext cx="41148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7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Project 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762FB-62F3-429B-A56B-EBCD97D389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DA87AC-FC0A-79AC-CBC0-3E037F3185C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36387" y="6611620"/>
            <a:ext cx="947738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C00000">
                    <a:alpha val="50000"/>
                  </a:srgbClr>
                </a:solidFill>
                <a:latin typeface="BMW Group Condensed" panose="020B0606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544315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818" r:id="rId11"/>
    <p:sldLayoutId id="2147483819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00" kern="1200" cap="all" baseline="0">
          <a:solidFill>
            <a:schemeClr val="bg1"/>
          </a:solidFill>
          <a:latin typeface="+mn-lt"/>
          <a:ea typeface="+mj-ea"/>
          <a:cs typeface="+mj-cs"/>
        </a:defRPr>
      </a:lvl1pPr>
    </p:titleStyle>
    <p:bodyStyle>
      <a:lvl1pPr marL="108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500"/>
        </a:spcAft>
        <a:buFont typeface="Times New Roman" panose="02020603050405020304" pitchFamily="18" charset="0"/>
        <a:buChar char="∙"/>
        <a:defRPr sz="1400" kern="1200">
          <a:solidFill>
            <a:schemeClr val="bg1"/>
          </a:solidFill>
          <a:latin typeface="+mn-lt"/>
          <a:ea typeface="+mn-ea"/>
          <a:cs typeface="+mn-cs"/>
        </a:defRPr>
      </a:lvl1pPr>
      <a:lvl2pPr marL="216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200"/>
        </a:spcAft>
        <a:buFont typeface="Times New Roman" panose="02020603050405020304" pitchFamily="18" charset="0"/>
        <a:buChar char="∙"/>
        <a:tabLst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2pPr>
      <a:lvl3pPr marL="324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200"/>
        </a:spcAft>
        <a:buFont typeface="Times New Roman" panose="02020603050405020304" pitchFamily="18" charset="0"/>
        <a:buChar char="∙"/>
        <a:tabLst/>
        <a:defRPr sz="14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400" b="0" kern="1200">
          <a:solidFill>
            <a:schemeClr val="bg1"/>
          </a:solidFill>
          <a:latin typeface="+mj-lt"/>
          <a:ea typeface="+mn-ea"/>
          <a:cs typeface="+mn-cs"/>
        </a:defRPr>
      </a:lvl4pPr>
      <a:lvl5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bg1"/>
          </a:solidFill>
          <a:latin typeface="+mn-lt"/>
          <a:ea typeface="+mn-ea"/>
          <a:cs typeface="+mn-cs"/>
        </a:defRPr>
      </a:lvl5pPr>
      <a:lvl6pPr marL="216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bg1"/>
          </a:solidFill>
          <a:latin typeface="+mn-lt"/>
          <a:ea typeface="+mn-ea"/>
          <a:cs typeface="+mn-cs"/>
        </a:defRPr>
      </a:lvl6pPr>
      <a:lvl7pPr marL="324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bg1"/>
          </a:solidFill>
          <a:latin typeface="+mn-lt"/>
          <a:ea typeface="+mn-ea"/>
          <a:cs typeface="+mn-cs"/>
        </a:defRPr>
      </a:lvl7pPr>
      <a:lvl8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900" kern="1200">
          <a:solidFill>
            <a:schemeClr val="bg1"/>
          </a:solidFill>
          <a:latin typeface="+mn-lt"/>
          <a:ea typeface="+mn-ea"/>
          <a:cs typeface="+mn-cs"/>
        </a:defRPr>
      </a:lvl8pPr>
      <a:lvl9pPr marL="216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9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2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281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744743-C96B-4FB2-8DC0-324587DE5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000" y="198000"/>
            <a:ext cx="10515600" cy="34624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419F4-2CDC-4000-B59F-3B5FA0DF52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6000" y="1512000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4A495-8D00-4AAE-883C-7333E232D6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30107" y="6570000"/>
            <a:ext cx="1331093" cy="18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7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209D9-E292-4749-BF82-8751642484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70000" y="6570000"/>
            <a:ext cx="41148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7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Project 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762FB-62F3-429B-A56B-EBCD97D389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0BEEA2-CD01-7604-08EE-799381C5076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36387" y="6611620"/>
            <a:ext cx="947738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C00000">
                    <a:alpha val="50000"/>
                  </a:srgbClr>
                </a:solidFill>
                <a:latin typeface="BMW Group Condensed" panose="020B0606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698699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816" r:id="rId9"/>
    <p:sldLayoutId id="2147483817" r:id="rId1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00" kern="1200" cap="all" baseline="0">
          <a:solidFill>
            <a:schemeClr val="bg1"/>
          </a:solidFill>
          <a:latin typeface="+mn-lt"/>
          <a:ea typeface="+mj-ea"/>
          <a:cs typeface="+mj-cs"/>
        </a:defRPr>
      </a:lvl1pPr>
    </p:titleStyle>
    <p:bodyStyle>
      <a:lvl1pPr marL="108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500"/>
        </a:spcAft>
        <a:buFont typeface="Times New Roman" panose="02020603050405020304" pitchFamily="18" charset="0"/>
        <a:buChar char="∙"/>
        <a:defRPr sz="1400" kern="1200">
          <a:solidFill>
            <a:schemeClr val="bg1"/>
          </a:solidFill>
          <a:latin typeface="+mn-lt"/>
          <a:ea typeface="+mn-ea"/>
          <a:cs typeface="+mn-cs"/>
        </a:defRPr>
      </a:lvl1pPr>
      <a:lvl2pPr marL="216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200"/>
        </a:spcAft>
        <a:buFont typeface="Times New Roman" panose="02020603050405020304" pitchFamily="18" charset="0"/>
        <a:buChar char="∙"/>
        <a:tabLst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2pPr>
      <a:lvl3pPr marL="324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200"/>
        </a:spcAft>
        <a:buFont typeface="Times New Roman" panose="02020603050405020304" pitchFamily="18" charset="0"/>
        <a:buChar char="∙"/>
        <a:tabLst/>
        <a:defRPr sz="14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400" b="0" kern="1200">
          <a:solidFill>
            <a:schemeClr val="bg1"/>
          </a:solidFill>
          <a:latin typeface="+mj-lt"/>
          <a:ea typeface="+mn-ea"/>
          <a:cs typeface="+mn-cs"/>
        </a:defRPr>
      </a:lvl4pPr>
      <a:lvl5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bg1"/>
          </a:solidFill>
          <a:latin typeface="+mn-lt"/>
          <a:ea typeface="+mn-ea"/>
          <a:cs typeface="+mn-cs"/>
        </a:defRPr>
      </a:lvl5pPr>
      <a:lvl6pPr marL="216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bg1"/>
          </a:solidFill>
          <a:latin typeface="+mn-lt"/>
          <a:ea typeface="+mn-ea"/>
          <a:cs typeface="+mn-cs"/>
        </a:defRPr>
      </a:lvl6pPr>
      <a:lvl7pPr marL="324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bg1"/>
          </a:solidFill>
          <a:latin typeface="+mn-lt"/>
          <a:ea typeface="+mn-ea"/>
          <a:cs typeface="+mn-cs"/>
        </a:defRPr>
      </a:lvl7pPr>
      <a:lvl8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900" kern="1200">
          <a:solidFill>
            <a:schemeClr val="bg1"/>
          </a:solidFill>
          <a:latin typeface="+mn-lt"/>
          <a:ea typeface="+mn-ea"/>
          <a:cs typeface="+mn-cs"/>
        </a:defRPr>
      </a:lvl8pPr>
      <a:lvl9pPr marL="216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9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2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744743-C96B-4FB2-8DC0-324587DE5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000" y="198000"/>
            <a:ext cx="10515600" cy="34624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419F4-2CDC-4000-B59F-3B5FA0DF52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6000" y="1512000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4A495-8D00-4AAE-883C-7333E232D6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30107" y="6570000"/>
            <a:ext cx="1331093" cy="18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70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64A69D40-E355-364C-980E-0A078BF739DF}" type="datetimeFigureOut">
              <a:rPr kumimoji="1" lang="zh-CN" altLang="en-US" smtClean="0"/>
              <a:t>2026/6/11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209D9-E292-4749-BF82-8751642484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70000" y="6570000"/>
            <a:ext cx="41148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70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762FB-62F3-429B-A56B-EBCD97D389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ACE2E7AE-7697-2D42-A285-182B2BF47E16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9A0DA8-15A0-BC05-2CC0-AEB427B63D8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36387" y="6611620"/>
            <a:ext cx="947738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C00000">
                    <a:alpha val="50000"/>
                  </a:srgbClr>
                </a:solidFill>
                <a:latin typeface="BMW Group Condensed" panose="020B0606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06119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3" r:id="rId1"/>
    <p:sldLayoutId id="2147483934" r:id="rId2"/>
    <p:sldLayoutId id="2147483935" r:id="rId3"/>
    <p:sldLayoutId id="2147483936" r:id="rId4"/>
    <p:sldLayoutId id="2147483937" r:id="rId5"/>
    <p:sldLayoutId id="2147483938" r:id="rId6"/>
    <p:sldLayoutId id="2147483939" r:id="rId7"/>
    <p:sldLayoutId id="2147483940" r:id="rId8"/>
    <p:sldLayoutId id="2147483941" r:id="rId9"/>
    <p:sldLayoutId id="2147483942" r:id="rId10"/>
    <p:sldLayoutId id="2147483943" r:id="rId11"/>
    <p:sldLayoutId id="2147483944" r:id="rId12"/>
    <p:sldLayoutId id="2147483945" r:id="rId13"/>
    <p:sldLayoutId id="2147483946" r:id="rId14"/>
    <p:sldLayoutId id="2147483947" r:id="rId15"/>
    <p:sldLayoutId id="2147483948" r:id="rId16"/>
    <p:sldLayoutId id="2147483949" r:id="rId17"/>
    <p:sldLayoutId id="2147483950" r:id="rId18"/>
    <p:sldLayoutId id="2147483951" r:id="rId19"/>
    <p:sldLayoutId id="2147483952" r:id="rId20"/>
    <p:sldLayoutId id="2147483953" r:id="rId21"/>
    <p:sldLayoutId id="2147483954" r:id="rId22"/>
    <p:sldLayoutId id="2147483955" r:id="rId23"/>
    <p:sldLayoutId id="2147483956" r:id="rId24"/>
    <p:sldLayoutId id="2147483957" r:id="rId25"/>
    <p:sldLayoutId id="2147483958" r:id="rId26"/>
    <p:sldLayoutId id="2147483959" r:id="rId27"/>
    <p:sldLayoutId id="2147483960" r:id="rId28"/>
    <p:sldLayoutId id="2147483961" r:id="rId29"/>
    <p:sldLayoutId id="2147483962" r:id="rId30"/>
    <p:sldLayoutId id="2147483963" r:id="rId31"/>
    <p:sldLayoutId id="2147483964" r:id="rId3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00" kern="1200" cap="all" baseline="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108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500"/>
        </a:spcAft>
        <a:buFont typeface="Times New Roman" panose="02020603050405020304" pitchFamily="18" charset="0"/>
        <a:buChar char="∙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16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200"/>
        </a:spcAft>
        <a:buFont typeface="Times New Roman" panose="02020603050405020304" pitchFamily="18" charset="0"/>
        <a:buChar char="∙"/>
        <a:tabLst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324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200"/>
        </a:spcAft>
        <a:buFont typeface="Times New Roman" panose="02020603050405020304" pitchFamily="18" charset="0"/>
        <a:buChar char="∙"/>
        <a:tabLst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400" b="0" kern="1200">
          <a:solidFill>
            <a:schemeClr val="tx1"/>
          </a:solidFill>
          <a:latin typeface="+mj-lt"/>
          <a:ea typeface="+mn-ea"/>
          <a:cs typeface="+mn-cs"/>
        </a:defRPr>
      </a:lvl4pPr>
      <a:lvl5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324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216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2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744743-C96B-4FB2-8DC0-324587DE5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000" y="198000"/>
            <a:ext cx="10515600" cy="34624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419F4-2CDC-4000-B59F-3B5FA0DF52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6000" y="1512000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4A495-8D00-4AAE-883C-7333E232D6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30107" y="6570000"/>
            <a:ext cx="1331093" cy="18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7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209D9-E292-4749-BF82-8751642484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70000" y="6570000"/>
            <a:ext cx="41148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7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Project 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762FB-62F3-429B-A56B-EBCD97D389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C8D3C4-7FAC-3FC5-DE06-09DE524B57A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36387" y="6611620"/>
            <a:ext cx="947738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C00000">
                    <a:alpha val="50000"/>
                  </a:srgbClr>
                </a:solidFill>
                <a:latin typeface="BMW Group Condensed" panose="020B0606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49008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6" r:id="rId1"/>
    <p:sldLayoutId id="2147483967" r:id="rId2"/>
    <p:sldLayoutId id="2147483968" r:id="rId3"/>
    <p:sldLayoutId id="2147483969" r:id="rId4"/>
    <p:sldLayoutId id="2147483970" r:id="rId5"/>
    <p:sldLayoutId id="2147483971" r:id="rId6"/>
    <p:sldLayoutId id="2147483972" r:id="rId7"/>
    <p:sldLayoutId id="2147483973" r:id="rId8"/>
    <p:sldLayoutId id="2147483974" r:id="rId9"/>
    <p:sldLayoutId id="2147483975" r:id="rId1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00" kern="1200" cap="all" baseline="0">
          <a:solidFill>
            <a:schemeClr val="bg1"/>
          </a:solidFill>
          <a:latin typeface="+mn-lt"/>
          <a:ea typeface="+mj-ea"/>
          <a:cs typeface="+mj-cs"/>
        </a:defRPr>
      </a:lvl1pPr>
    </p:titleStyle>
    <p:bodyStyle>
      <a:lvl1pPr marL="108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500"/>
        </a:spcAft>
        <a:buFont typeface="Times New Roman" panose="02020603050405020304" pitchFamily="18" charset="0"/>
        <a:buChar char="∙"/>
        <a:defRPr sz="1400" kern="1200">
          <a:solidFill>
            <a:schemeClr val="bg1"/>
          </a:solidFill>
          <a:latin typeface="+mn-lt"/>
          <a:ea typeface="+mn-ea"/>
          <a:cs typeface="+mn-cs"/>
        </a:defRPr>
      </a:lvl1pPr>
      <a:lvl2pPr marL="216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200"/>
        </a:spcAft>
        <a:buFont typeface="Times New Roman" panose="02020603050405020304" pitchFamily="18" charset="0"/>
        <a:buChar char="∙"/>
        <a:tabLst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2pPr>
      <a:lvl3pPr marL="324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200"/>
        </a:spcAft>
        <a:buFont typeface="Times New Roman" panose="02020603050405020304" pitchFamily="18" charset="0"/>
        <a:buChar char="∙"/>
        <a:tabLst/>
        <a:defRPr sz="14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400" b="0" kern="1200">
          <a:solidFill>
            <a:schemeClr val="bg1"/>
          </a:solidFill>
          <a:latin typeface="+mj-lt"/>
          <a:ea typeface="+mn-ea"/>
          <a:cs typeface="+mn-cs"/>
        </a:defRPr>
      </a:lvl4pPr>
      <a:lvl5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bg1"/>
          </a:solidFill>
          <a:latin typeface="+mn-lt"/>
          <a:ea typeface="+mn-ea"/>
          <a:cs typeface="+mn-cs"/>
        </a:defRPr>
      </a:lvl5pPr>
      <a:lvl6pPr marL="216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bg1"/>
          </a:solidFill>
          <a:latin typeface="+mn-lt"/>
          <a:ea typeface="+mn-ea"/>
          <a:cs typeface="+mn-cs"/>
        </a:defRPr>
      </a:lvl6pPr>
      <a:lvl7pPr marL="324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bg1"/>
          </a:solidFill>
          <a:latin typeface="+mn-lt"/>
          <a:ea typeface="+mn-ea"/>
          <a:cs typeface="+mn-cs"/>
        </a:defRPr>
      </a:lvl7pPr>
      <a:lvl8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900" kern="1200">
          <a:solidFill>
            <a:schemeClr val="bg1"/>
          </a:solidFill>
          <a:latin typeface="+mn-lt"/>
          <a:ea typeface="+mn-ea"/>
          <a:cs typeface="+mn-cs"/>
        </a:defRPr>
      </a:lvl8pPr>
      <a:lvl9pPr marL="216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9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20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2814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744743-C96B-4FB2-8DC0-324587DE5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000" y="198000"/>
            <a:ext cx="10515600" cy="34624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419F4-2CDC-4000-B59F-3B5FA0DF52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6000" y="1512000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4A495-8D00-4AAE-883C-7333E232D6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30107" y="6570000"/>
            <a:ext cx="1331093" cy="18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7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209D9-E292-4749-BF82-8751642484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70000" y="6570000"/>
            <a:ext cx="41148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7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Project 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762FB-62F3-429B-A56B-EBCD97D389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1200" y="6570000"/>
            <a:ext cx="216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700">
                <a:solidFill>
                  <a:schemeClr val="bg1"/>
                </a:solidFill>
                <a:latin typeface="+mn-lt"/>
              </a:defRPr>
            </a:lvl1pPr>
          </a:lstStyle>
          <a:p>
            <a:fld id="{9B5846C3-181E-42AF-88D6-2D408221E3D0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116A53-728E-B6F3-C1B0-1D94801D1FF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36387" y="6611620"/>
            <a:ext cx="947738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C00000">
                    <a:alpha val="50000"/>
                  </a:srgbClr>
                </a:solidFill>
                <a:latin typeface="BMW Group Condensed" panose="020B0606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70493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7" r:id="rId1"/>
    <p:sldLayoutId id="2147483978" r:id="rId2"/>
    <p:sldLayoutId id="2147483979" r:id="rId3"/>
    <p:sldLayoutId id="2147483980" r:id="rId4"/>
    <p:sldLayoutId id="2147483981" r:id="rId5"/>
    <p:sldLayoutId id="2147483982" r:id="rId6"/>
    <p:sldLayoutId id="2147483983" r:id="rId7"/>
    <p:sldLayoutId id="2147483984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00" kern="1200" cap="all" baseline="0">
          <a:solidFill>
            <a:schemeClr val="bg1"/>
          </a:solidFill>
          <a:latin typeface="+mn-lt"/>
          <a:ea typeface="+mj-ea"/>
          <a:cs typeface="+mj-cs"/>
        </a:defRPr>
      </a:lvl1pPr>
    </p:titleStyle>
    <p:bodyStyle>
      <a:lvl1pPr marL="108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500"/>
        </a:spcAft>
        <a:buFont typeface="Times New Roman" panose="02020603050405020304" pitchFamily="18" charset="0"/>
        <a:buChar char="∙"/>
        <a:defRPr sz="1400" kern="1200">
          <a:solidFill>
            <a:schemeClr val="bg1"/>
          </a:solidFill>
          <a:latin typeface="+mn-lt"/>
          <a:ea typeface="+mn-ea"/>
          <a:cs typeface="+mn-cs"/>
        </a:defRPr>
      </a:lvl1pPr>
      <a:lvl2pPr marL="216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200"/>
        </a:spcAft>
        <a:buFont typeface="Times New Roman" panose="02020603050405020304" pitchFamily="18" charset="0"/>
        <a:buChar char="∙"/>
        <a:tabLst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2pPr>
      <a:lvl3pPr marL="324000" indent="-108000" algn="l" defTabSz="914400" rtl="0" eaLnBrk="1" latinLnBrk="0" hangingPunct="1">
        <a:lnSpc>
          <a:spcPct val="108000"/>
        </a:lnSpc>
        <a:spcBef>
          <a:spcPts val="0"/>
        </a:spcBef>
        <a:spcAft>
          <a:spcPts val="200"/>
        </a:spcAft>
        <a:buFont typeface="Times New Roman" panose="02020603050405020304" pitchFamily="18" charset="0"/>
        <a:buChar char="∙"/>
        <a:tabLst/>
        <a:defRPr sz="14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400" b="0" kern="1200">
          <a:solidFill>
            <a:schemeClr val="bg1"/>
          </a:solidFill>
          <a:latin typeface="+mj-lt"/>
          <a:ea typeface="+mn-ea"/>
          <a:cs typeface="+mn-cs"/>
        </a:defRPr>
      </a:lvl4pPr>
      <a:lvl5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bg1"/>
          </a:solidFill>
          <a:latin typeface="+mn-lt"/>
          <a:ea typeface="+mn-ea"/>
          <a:cs typeface="+mn-cs"/>
        </a:defRPr>
      </a:lvl5pPr>
      <a:lvl6pPr marL="216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bg1"/>
          </a:solidFill>
          <a:latin typeface="+mn-lt"/>
          <a:ea typeface="+mn-ea"/>
          <a:cs typeface="+mn-cs"/>
        </a:defRPr>
      </a:lvl6pPr>
      <a:lvl7pPr marL="324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1100" kern="1200">
          <a:solidFill>
            <a:schemeClr val="bg1"/>
          </a:solidFill>
          <a:latin typeface="+mn-lt"/>
          <a:ea typeface="+mn-ea"/>
          <a:cs typeface="+mn-cs"/>
        </a:defRPr>
      </a:lvl7pPr>
      <a:lvl8pPr marL="108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900" kern="1200">
          <a:solidFill>
            <a:schemeClr val="bg1"/>
          </a:solidFill>
          <a:latin typeface="+mn-lt"/>
          <a:ea typeface="+mn-ea"/>
          <a:cs typeface="+mn-cs"/>
        </a:defRPr>
      </a:lvl8pPr>
      <a:lvl9pPr marL="216000" indent="-108000" algn="l" defTabSz="914400" rtl="0" eaLnBrk="1" latinLnBrk="0" hangingPunct="1">
        <a:lnSpc>
          <a:spcPct val="108000"/>
        </a:lnSpc>
        <a:spcBef>
          <a:spcPts val="0"/>
        </a:spcBef>
        <a:buFont typeface="Times New Roman" panose="02020603050405020304" pitchFamily="18" charset="0"/>
        <a:buChar char="∙"/>
        <a:tabLst/>
        <a:defRPr sz="9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2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0764C-E1AF-3E2B-A488-7395F932F6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599" y="0"/>
            <a:ext cx="9868525" cy="2387600"/>
          </a:xfrm>
        </p:spPr>
        <p:txBody>
          <a:bodyPr>
            <a:normAutofit/>
          </a:bodyPr>
          <a:lstStyle/>
          <a:p>
            <a:pPr algn="l"/>
            <a:r>
              <a:rPr lang="en-GB" altLang="zh-CN" sz="3200" b="1" dirty="0"/>
              <a:t>1: The Gap we face today</a:t>
            </a:r>
            <a:br>
              <a:rPr lang="en-GB" altLang="zh-CN" b="1" dirty="0"/>
            </a:br>
            <a:endParaRPr kumimoji="1"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30799ED-7E78-27CE-0700-BF96378C02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9502" y="2103022"/>
            <a:ext cx="9358859" cy="3728152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altLang="zh-CN" sz="2400" b="1" dirty="0"/>
              <a:t>Fragmented requirements across tools</a:t>
            </a:r>
            <a:br>
              <a:rPr lang="en-GB" altLang="zh-CN" sz="2400" dirty="0"/>
            </a:br>
            <a:r>
              <a:rPr lang="en-GB" altLang="zh-CN" sz="2400" dirty="0"/>
              <a:t>PRs, SRs in </a:t>
            </a:r>
            <a:r>
              <a:rPr lang="en-GB" altLang="zh-CN" sz="2400" dirty="0" err="1"/>
              <a:t>Codebeamer</a:t>
            </a:r>
            <a:r>
              <a:rPr lang="en-GB" altLang="zh-CN" sz="2400" dirty="0"/>
              <a:t>; Epics, Stories, Tasks in Jira, with implicit many-to-many links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altLang="zh-CN" sz="2400" b="1" dirty="0"/>
              <a:t>No systematic support for requirement decomposition</a:t>
            </a:r>
            <a:br>
              <a:rPr lang="en-GB" altLang="zh-CN" sz="2400" dirty="0"/>
            </a:br>
            <a:r>
              <a:rPr lang="en-GB" altLang="zh-CN" sz="2400" dirty="0"/>
              <a:t>Transforming PRs, SRs, and Epics into Stories and Tasks is largely manual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altLang="zh-CN" sz="2400" b="1" dirty="0"/>
              <a:t>High cost of bug understanding and localization</a:t>
            </a:r>
            <a:br>
              <a:rPr lang="en-GB" altLang="zh-CN" sz="2400" dirty="0"/>
            </a:br>
            <a:r>
              <a:rPr lang="en-GB" altLang="zh-CN" sz="2400" dirty="0"/>
              <a:t>Engineers must manually combine bug tickets, requirement context, and codebase information</a:t>
            </a:r>
          </a:p>
        </p:txBody>
      </p:sp>
    </p:spTree>
    <p:extLst>
      <p:ext uri="{BB962C8B-B14F-4D97-AF65-F5344CB8AC3E}">
        <p14:creationId xmlns:p14="http://schemas.microsoft.com/office/powerpoint/2010/main" val="19362281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9C596-9961-8449-0F43-64B57E2EC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D34ADD-5101-ACFC-9235-2B9592FDEB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599" y="0"/>
            <a:ext cx="11582401" cy="2387600"/>
          </a:xfrm>
        </p:spPr>
        <p:txBody>
          <a:bodyPr>
            <a:normAutofit/>
          </a:bodyPr>
          <a:lstStyle/>
          <a:p>
            <a:pPr algn="l"/>
            <a:r>
              <a:rPr lang="en-GB" altLang="zh-CN" sz="3200" b="1" dirty="0"/>
              <a:t>2: Why do existing LLM-based tools not solve these problems?</a:t>
            </a:r>
            <a:br>
              <a:rPr lang="en-GB" altLang="zh-CN" b="1" dirty="0"/>
            </a:br>
            <a:endParaRPr kumimoji="1" lang="zh-CN" altLang="en-US" dirty="0"/>
          </a:p>
        </p:txBody>
      </p:sp>
      <p:sp>
        <p:nvSpPr>
          <p:cNvPr id="4" name="副标题 2">
            <a:extLst>
              <a:ext uri="{FF2B5EF4-FFF2-40B4-BE49-F238E27FC236}">
                <a16:creationId xmlns:a16="http://schemas.microsoft.com/office/drawing/2014/main" id="{2B0555BA-0890-0E49-71D8-18E145BCA7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8825" y="2103438"/>
            <a:ext cx="9359900" cy="3727450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altLang="zh-CN" sz="2400" b="1" dirty="0"/>
              <a:t>No cross-tool data reconstruction or semantic alignment</a:t>
            </a:r>
            <a:br>
              <a:rPr lang="en-GB" altLang="zh-CN" sz="2400" dirty="0"/>
            </a:br>
            <a:r>
              <a:rPr lang="en-GB" altLang="zh-CN" sz="2400" dirty="0"/>
              <a:t>Most tools assume clean, single-tool inputs and cannot resolve implicit PR-SR-Epic relations</a:t>
            </a:r>
          </a:p>
          <a:p>
            <a:pPr algn="l"/>
            <a:endParaRPr lang="en-GB" altLang="zh-CN" sz="24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altLang="zh-CN" sz="2400" b="1" dirty="0"/>
              <a:t>Limited support in bug review scenarios</a:t>
            </a:r>
            <a:br>
              <a:rPr lang="en-GB" altLang="zh-CN" sz="2400" dirty="0"/>
            </a:br>
            <a:r>
              <a:rPr lang="en-GB" altLang="zh-CN" sz="2400" dirty="0"/>
              <a:t>IDE assistants focus on local code context, without integrating requirement history and repo-wide signals</a:t>
            </a:r>
          </a:p>
        </p:txBody>
      </p:sp>
    </p:spTree>
    <p:extLst>
      <p:ext uri="{BB962C8B-B14F-4D97-AF65-F5344CB8AC3E}">
        <p14:creationId xmlns:p14="http://schemas.microsoft.com/office/powerpoint/2010/main" val="10411738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C6C33-E8FE-8FD6-6810-F523A0F05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F00B94-9908-22F9-07D7-71251E83E7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599" y="0"/>
            <a:ext cx="11582401" cy="2387600"/>
          </a:xfrm>
        </p:spPr>
        <p:txBody>
          <a:bodyPr>
            <a:normAutofit/>
          </a:bodyPr>
          <a:lstStyle/>
          <a:p>
            <a:pPr algn="l"/>
            <a:r>
              <a:rPr lang="en-GB" altLang="zh-CN" sz="3200" b="1" dirty="0"/>
              <a:t>3: What does our system introduce that didn’t exist before?</a:t>
            </a:r>
            <a:br>
              <a:rPr lang="en-GB" altLang="zh-CN" b="1" dirty="0"/>
            </a:br>
            <a:endParaRPr kumimoji="1" lang="zh-CN" altLang="en-US" dirty="0"/>
          </a:p>
        </p:txBody>
      </p:sp>
      <p:sp>
        <p:nvSpPr>
          <p:cNvPr id="4" name="副标题 2">
            <a:extLst>
              <a:ext uri="{FF2B5EF4-FFF2-40B4-BE49-F238E27FC236}">
                <a16:creationId xmlns:a16="http://schemas.microsoft.com/office/drawing/2014/main" id="{0943FEE5-4C5E-05F4-4C3A-A209FB1F9D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8825" y="2103438"/>
            <a:ext cx="9745624" cy="3727450"/>
          </a:xfrm>
        </p:spPr>
        <p:txBody>
          <a:bodyPr>
            <a:normAutofit lnSpcReduction="10000"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altLang="zh-CN" sz="2400" b="1" dirty="0"/>
              <a:t>Requirement coordination</a:t>
            </a:r>
            <a:br>
              <a:rPr lang="en-GB" altLang="zh-CN" sz="2400" dirty="0"/>
            </a:br>
            <a:r>
              <a:rPr lang="en-GB" altLang="zh-CN" sz="2400" dirty="0"/>
              <a:t>Reconstructs PRs, SRs, and Epics into structured inputs for consistent requirement decomposition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altLang="zh-CN" sz="2400" b="1" dirty="0"/>
              <a:t>Learning from enterprise history</a:t>
            </a:r>
            <a:br>
              <a:rPr lang="en-GB" altLang="zh-CN" sz="2400" dirty="0"/>
            </a:br>
            <a:r>
              <a:rPr lang="en-GB" altLang="zh-CN" sz="2400" dirty="0"/>
              <a:t>Generate reviewable Stories and Tasks based on real historical projects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altLang="zh-CN" sz="2400" b="1" dirty="0"/>
              <a:t>Bug handling coordination</a:t>
            </a:r>
            <a:br>
              <a:rPr lang="en-GB" altLang="zh-CN" sz="2400" dirty="0"/>
            </a:br>
            <a:r>
              <a:rPr lang="en-GB" altLang="zh-CN" sz="2400" dirty="0"/>
              <a:t>Integrates bug tickets, requirement constraints, and repository retrieval to support localization and understanding.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GB" altLang="zh-CN" b="1" dirty="0"/>
          </a:p>
        </p:txBody>
      </p:sp>
    </p:spTree>
    <p:extLst>
      <p:ext uri="{BB962C8B-B14F-4D97-AF65-F5344CB8AC3E}">
        <p14:creationId xmlns:p14="http://schemas.microsoft.com/office/powerpoint/2010/main" val="1471957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9E441-449B-C2F2-B161-1C9ABD73E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BADE00-8FEE-B275-02BF-5019C151AA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599" y="0"/>
            <a:ext cx="11582401" cy="2387600"/>
          </a:xfrm>
        </p:spPr>
        <p:txBody>
          <a:bodyPr>
            <a:normAutofit/>
          </a:bodyPr>
          <a:lstStyle/>
          <a:p>
            <a:pPr algn="l"/>
            <a:r>
              <a:rPr lang="en-GB" altLang="zh-CN" sz="3200" b="1" dirty="0"/>
              <a:t>4: What does our architecture make possible?</a:t>
            </a:r>
            <a:br>
              <a:rPr lang="en-GB" altLang="zh-CN" b="1" dirty="0"/>
            </a:br>
            <a:endParaRPr kumimoji="1" lang="zh-CN" altLang="en-US" dirty="0"/>
          </a:p>
        </p:txBody>
      </p:sp>
      <p:sp>
        <p:nvSpPr>
          <p:cNvPr id="4" name="副标题 2">
            <a:extLst>
              <a:ext uri="{FF2B5EF4-FFF2-40B4-BE49-F238E27FC236}">
                <a16:creationId xmlns:a16="http://schemas.microsoft.com/office/drawing/2014/main" id="{ECD2273E-EFE5-74D8-E658-7BB1A8B082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8824" y="2103438"/>
            <a:ext cx="10325487" cy="4330816"/>
          </a:xfrm>
        </p:spPr>
        <p:txBody>
          <a:bodyPr>
            <a:normAutofit fontScale="85000" lnSpcReduction="10000"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altLang="zh-CN" sz="2800" b="1" dirty="0"/>
              <a:t>Operate directly on raw artefacts</a:t>
            </a:r>
            <a:br>
              <a:rPr lang="en-GB" altLang="zh-CN" sz="2800" dirty="0"/>
            </a:br>
            <a:r>
              <a:rPr lang="en-GB" altLang="zh-CN" sz="2800" dirty="0"/>
              <a:t>Introduces a cross-tool reconstruction layer for </a:t>
            </a:r>
            <a:r>
              <a:rPr lang="en-GB" altLang="zh-CN" sz="2800" dirty="0" err="1"/>
              <a:t>Codebeamer</a:t>
            </a:r>
            <a:r>
              <a:rPr lang="en-GB" altLang="zh-CN" sz="2800" dirty="0"/>
              <a:t> and Jira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altLang="zh-CN" sz="2800" b="1" dirty="0"/>
              <a:t>More reliable requirements decomposition</a:t>
            </a:r>
            <a:br>
              <a:rPr lang="en-GB" altLang="zh-CN" sz="2800" dirty="0"/>
            </a:br>
            <a:r>
              <a:rPr lang="en-GB" altLang="zh-CN" sz="2800" dirty="0"/>
              <a:t>Learns organizational practices instead of only relying on generic LLM writing ability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altLang="zh-CN" sz="2800" b="1" dirty="0"/>
              <a:t>Evidence-backed bug analysis</a:t>
            </a:r>
            <a:br>
              <a:rPr lang="en-GB" altLang="zh-CN" sz="2800" dirty="0"/>
            </a:br>
            <a:r>
              <a:rPr lang="en-GB" altLang="zh-CN" sz="2800" dirty="0"/>
              <a:t>Combines tickets with repository retrieval, gives hypotheses and suggestions without automatic code changes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altLang="zh-CN" sz="2800" b="1" dirty="0"/>
              <a:t>Human-in-loop workflows</a:t>
            </a:r>
            <a:br>
              <a:rPr lang="en-GB" altLang="zh-CN" sz="2800" dirty="0"/>
            </a:br>
            <a:r>
              <a:rPr lang="en-GB" altLang="zh-CN" sz="2800" dirty="0"/>
              <a:t>From requirements to tasks to bug reviews, with human decision-making preserved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GB" altLang="zh-CN" sz="12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GB" altLang="zh-CN" sz="1200" b="1" dirty="0"/>
          </a:p>
        </p:txBody>
      </p:sp>
    </p:spTree>
    <p:extLst>
      <p:ext uri="{BB962C8B-B14F-4D97-AF65-F5344CB8AC3E}">
        <p14:creationId xmlns:p14="http://schemas.microsoft.com/office/powerpoint/2010/main" val="348762518"/>
      </p:ext>
    </p:extLst>
  </p:cSld>
  <p:clrMapOvr>
    <a:masterClrMapping/>
  </p:clrMapOvr>
</p:sld>
</file>

<file path=ppt/theme/theme1.xml><?xml version="1.0" encoding="utf-8"?>
<a:theme xmlns:a="http://schemas.openxmlformats.org/drawingml/2006/main" name="Brand RR">
  <a:themeElements>
    <a:clrScheme name="RR 2">
      <a:dk1>
        <a:srgbClr val="000000"/>
      </a:dk1>
      <a:lt1>
        <a:sysClr val="window" lastClr="FFFFFF"/>
      </a:lt1>
      <a:dk2>
        <a:srgbClr val="676776"/>
      </a:dk2>
      <a:lt2>
        <a:srgbClr val="B4C7CD"/>
      </a:lt2>
      <a:accent1>
        <a:srgbClr val="281432"/>
      </a:accent1>
      <a:accent2>
        <a:srgbClr val="6D30A7"/>
      </a:accent2>
      <a:accent3>
        <a:srgbClr val="6FDBC7"/>
      </a:accent3>
      <a:accent4>
        <a:srgbClr val="F532D2"/>
      </a:accent4>
      <a:accent5>
        <a:srgbClr val="FF6432"/>
      </a:accent5>
      <a:accent6>
        <a:srgbClr val="F7A177"/>
      </a:accent6>
      <a:hlink>
        <a:srgbClr val="000000"/>
      </a:hlink>
      <a:folHlink>
        <a:srgbClr val="000000"/>
      </a:folHlink>
    </a:clrScheme>
    <a:fontScheme name="Rolls Royce New">
      <a:majorFont>
        <a:latin typeface="Riviera Nights Light"/>
        <a:ea typeface=""/>
        <a:cs typeface=""/>
      </a:majorFont>
      <a:minorFont>
        <a:latin typeface="Riviera Night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vert="horz" wrap="square" lIns="0" tIns="0" rIns="0" bIns="0" rtlCol="0" anchor="t" anchorCtr="0">
        <a:noAutofit/>
      </a:bodyPr>
      <a:lstStyle>
        <a:defPPr marL="0" indent="0" algn="l">
          <a:lnSpc>
            <a:spcPct val="100000"/>
          </a:lnSpc>
          <a:buClr>
            <a:srgbClr val="F7A177"/>
          </a:buClr>
          <a:buSzPct val="120000"/>
          <a:buFont typeface="Riviera Nights Light"/>
          <a:buNone/>
          <a:defRPr sz="2000" spc="5" dirty="0">
            <a:solidFill>
              <a:schemeClr val="bg1"/>
            </a:solidFill>
            <a:cs typeface="Arial"/>
          </a:defRPr>
        </a:defPPr>
      </a:lstStyle>
    </a:txDef>
  </a:objectDefaults>
  <a:extraClrSchemeLst/>
  <a:custClrLst>
    <a:custClr name="Steel">
      <a:srgbClr val="676776"/>
    </a:custClr>
    <a:custClr name="Pebble">
      <a:srgbClr val="D2D2D2"/>
    </a:custClr>
    <a:custClr name="Sky">
      <a:srgbClr val="B4C7CB"/>
    </a:custClr>
    <a:custClr name="Pearl">
      <a:srgbClr val="E7D2C3"/>
    </a:custClr>
    <a:custClr name="Sunset">
      <a:srgbClr val="F7A177"/>
    </a:custClr>
  </a:custClrLst>
  <a:extLst>
    <a:ext uri="{05A4C25C-085E-4340-85A3-A5531E510DB2}">
      <thm15:themeFamily xmlns:thm15="http://schemas.microsoft.com/office/thememl/2012/main" name="Brand RR" id="{037D5E4D-12A6-4B66-B7D7-17661DF59EF1}" vid="{22D236A4-7B99-4E55-AD5A-C55A37F25B2D}"/>
    </a:ext>
  </a:extLst>
</a:theme>
</file>

<file path=ppt/theme/theme2.xml><?xml version="1.0" encoding="utf-8"?>
<a:theme xmlns:a="http://schemas.openxmlformats.org/drawingml/2006/main" name="RR Steel Options">
  <a:themeElements>
    <a:clrScheme name="RR 2">
      <a:dk1>
        <a:srgbClr val="000000"/>
      </a:dk1>
      <a:lt1>
        <a:sysClr val="window" lastClr="FFFFFF"/>
      </a:lt1>
      <a:dk2>
        <a:srgbClr val="676776"/>
      </a:dk2>
      <a:lt2>
        <a:srgbClr val="B4C7CD"/>
      </a:lt2>
      <a:accent1>
        <a:srgbClr val="281432"/>
      </a:accent1>
      <a:accent2>
        <a:srgbClr val="6D30A7"/>
      </a:accent2>
      <a:accent3>
        <a:srgbClr val="6FDBC7"/>
      </a:accent3>
      <a:accent4>
        <a:srgbClr val="F532D2"/>
      </a:accent4>
      <a:accent5>
        <a:srgbClr val="FF6432"/>
      </a:accent5>
      <a:accent6>
        <a:srgbClr val="F7A177"/>
      </a:accent6>
      <a:hlink>
        <a:srgbClr val="000000"/>
      </a:hlink>
      <a:folHlink>
        <a:srgbClr val="000000"/>
      </a:folHlink>
    </a:clrScheme>
    <a:fontScheme name="Rolls Royce New">
      <a:majorFont>
        <a:latin typeface="Riviera Nights Light"/>
        <a:ea typeface=""/>
        <a:cs typeface=""/>
      </a:majorFont>
      <a:minorFont>
        <a:latin typeface="Riviera Night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vert="horz" wrap="square" lIns="0" tIns="0" rIns="0" bIns="0" rtlCol="0" anchor="t" anchorCtr="0">
        <a:noAutofit/>
      </a:bodyPr>
      <a:lstStyle>
        <a:defPPr marL="0" indent="0" algn="l">
          <a:lnSpc>
            <a:spcPct val="100000"/>
          </a:lnSpc>
          <a:buClr>
            <a:srgbClr val="F7A177"/>
          </a:buClr>
          <a:buSzPct val="120000"/>
          <a:buFont typeface="Riviera Nights Light"/>
          <a:buNone/>
          <a:defRPr sz="2000" spc="5" dirty="0">
            <a:solidFill>
              <a:schemeClr val="bg1"/>
            </a:solidFill>
            <a:cs typeface="Arial"/>
          </a:defRPr>
        </a:defPPr>
      </a:lstStyle>
    </a:txDef>
  </a:objectDefaults>
  <a:extraClrSchemeLst/>
  <a:custClrLst>
    <a:custClr name="Steel">
      <a:srgbClr val="676776"/>
    </a:custClr>
    <a:custClr name="Pebble">
      <a:srgbClr val="D2D2D2"/>
    </a:custClr>
    <a:custClr name="Sky">
      <a:srgbClr val="B4C7CB"/>
    </a:custClr>
    <a:custClr name="Pearl">
      <a:srgbClr val="E7D2C3"/>
    </a:custClr>
    <a:custClr name="Sunset">
      <a:srgbClr val="F7A177"/>
    </a:custClr>
  </a:custClrLst>
  <a:extLst>
    <a:ext uri="{05A4C25C-085E-4340-85A3-A5531E510DB2}">
      <thm15:themeFamily xmlns:thm15="http://schemas.microsoft.com/office/thememl/2012/main" name="250331_PPT_PowerPoint Final.pptx  -  Schreibgeschützt" id="{DCA38C6B-B5FA-4618-AB1F-30CE66D7A6D9}" vid="{E39A0C03-C61B-4D89-9F55-6A362D9A7114}"/>
    </a:ext>
  </a:extLst>
</a:theme>
</file>

<file path=ppt/theme/theme3.xml><?xml version="1.0" encoding="utf-8"?>
<a:theme xmlns:a="http://schemas.openxmlformats.org/drawingml/2006/main" name="RR Purple Spirit Options">
  <a:themeElements>
    <a:clrScheme name="RR 2">
      <a:dk1>
        <a:srgbClr val="000000"/>
      </a:dk1>
      <a:lt1>
        <a:sysClr val="window" lastClr="FFFFFF"/>
      </a:lt1>
      <a:dk2>
        <a:srgbClr val="676776"/>
      </a:dk2>
      <a:lt2>
        <a:srgbClr val="B4C7CD"/>
      </a:lt2>
      <a:accent1>
        <a:srgbClr val="281432"/>
      </a:accent1>
      <a:accent2>
        <a:srgbClr val="6D30A7"/>
      </a:accent2>
      <a:accent3>
        <a:srgbClr val="6FDBC7"/>
      </a:accent3>
      <a:accent4>
        <a:srgbClr val="F532D2"/>
      </a:accent4>
      <a:accent5>
        <a:srgbClr val="FF6432"/>
      </a:accent5>
      <a:accent6>
        <a:srgbClr val="F7A177"/>
      </a:accent6>
      <a:hlink>
        <a:srgbClr val="000000"/>
      </a:hlink>
      <a:folHlink>
        <a:srgbClr val="000000"/>
      </a:folHlink>
    </a:clrScheme>
    <a:fontScheme name="Rolls Royce New">
      <a:majorFont>
        <a:latin typeface="Riviera Nights Light"/>
        <a:ea typeface=""/>
        <a:cs typeface=""/>
      </a:majorFont>
      <a:minorFont>
        <a:latin typeface="Riviera Night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vert="horz" wrap="square" lIns="0" tIns="0" rIns="0" bIns="0" rtlCol="0" anchor="t" anchorCtr="0">
        <a:noAutofit/>
      </a:bodyPr>
      <a:lstStyle>
        <a:defPPr marL="0" indent="0" algn="l">
          <a:lnSpc>
            <a:spcPct val="100000"/>
          </a:lnSpc>
          <a:buClr>
            <a:srgbClr val="F7A177"/>
          </a:buClr>
          <a:buSzPct val="120000"/>
          <a:buFont typeface="Riviera Nights Light"/>
          <a:buNone/>
          <a:defRPr sz="2000" spc="5" dirty="0">
            <a:solidFill>
              <a:schemeClr val="bg1"/>
            </a:solidFill>
            <a:cs typeface="Arial"/>
          </a:defRPr>
        </a:defPPr>
      </a:lstStyle>
    </a:txDef>
  </a:objectDefaults>
  <a:extraClrSchemeLst/>
  <a:custClrLst>
    <a:custClr name="Steel">
      <a:srgbClr val="676776"/>
    </a:custClr>
    <a:custClr name="Pebble">
      <a:srgbClr val="D2D2D2"/>
    </a:custClr>
    <a:custClr name="Sky">
      <a:srgbClr val="B4C7CB"/>
    </a:custClr>
    <a:custClr name="Pearl">
      <a:srgbClr val="E7D2C3"/>
    </a:custClr>
    <a:custClr name="Sunset">
      <a:srgbClr val="F7A177"/>
    </a:custClr>
  </a:custClrLst>
  <a:extLst>
    <a:ext uri="{05A4C25C-085E-4340-85A3-A5531E510DB2}">
      <thm15:themeFamily xmlns:thm15="http://schemas.microsoft.com/office/thememl/2012/main" name="250331_PPT_PowerPoint Final.pptx  -  Schreibgeschützt" id="{DCA38C6B-B5FA-4618-AB1F-30CE66D7A6D9}" vid="{29346966-F32C-43CC-94C7-ED4567909B7C}"/>
    </a:ext>
  </a:extLst>
</a:theme>
</file>

<file path=ppt/theme/theme4.xml><?xml version="1.0" encoding="utf-8"?>
<a:theme xmlns:a="http://schemas.openxmlformats.org/drawingml/2006/main" name="1_Brand RR">
  <a:themeElements>
    <a:clrScheme name="BMW Group Academy">
      <a:dk1>
        <a:srgbClr val="000000"/>
      </a:dk1>
      <a:lt1>
        <a:srgbClr val="FFFFFF"/>
      </a:lt1>
      <a:dk2>
        <a:srgbClr val="A50034"/>
      </a:dk2>
      <a:lt2>
        <a:srgbClr val="92A2BD"/>
      </a:lt2>
      <a:accent1>
        <a:srgbClr val="C04D71"/>
      </a:accent1>
      <a:accent2>
        <a:srgbClr val="D589A1"/>
      </a:accent2>
      <a:accent3>
        <a:srgbClr val="E7BBC9"/>
      </a:accent3>
      <a:accent4>
        <a:srgbClr val="F4E0E6"/>
      </a:accent4>
      <a:accent5>
        <a:srgbClr val="DEE5EC"/>
      </a:accent5>
      <a:accent6>
        <a:srgbClr val="E8EBF1"/>
      </a:accent6>
      <a:hlink>
        <a:srgbClr val="000000"/>
      </a:hlink>
      <a:folHlink>
        <a:srgbClr val="000000"/>
      </a:folHlink>
    </a:clrScheme>
    <a:fontScheme name="Rolls Royce New">
      <a:majorFont>
        <a:latin typeface="Riviera Nights Light"/>
        <a:ea typeface=""/>
        <a:cs typeface=""/>
      </a:majorFont>
      <a:minorFont>
        <a:latin typeface="Riviera Night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vert="horz" wrap="square" lIns="0" tIns="0" rIns="0" bIns="0" rtlCol="0" anchor="t" anchorCtr="0">
        <a:noAutofit/>
      </a:bodyPr>
      <a:lstStyle>
        <a:defPPr marL="0" indent="0" algn="l">
          <a:lnSpc>
            <a:spcPct val="100000"/>
          </a:lnSpc>
          <a:buClr>
            <a:srgbClr val="F7A177"/>
          </a:buClr>
          <a:buSzPct val="120000"/>
          <a:buFont typeface="Riviera Nights Light"/>
          <a:buNone/>
          <a:defRPr sz="2000" spc="5" dirty="0">
            <a:solidFill>
              <a:schemeClr val="bg1"/>
            </a:solidFill>
            <a:cs typeface="Arial"/>
          </a:defRPr>
        </a:defPPr>
      </a:lstStyle>
    </a:txDef>
  </a:objectDefaults>
  <a:extraClrSchemeLst/>
  <a:custClrLst>
    <a:custClr name="Steel">
      <a:srgbClr val="676776"/>
    </a:custClr>
    <a:custClr name="Pebble">
      <a:srgbClr val="D2D2D2"/>
    </a:custClr>
    <a:custClr name="Sky">
      <a:srgbClr val="B4C7CB"/>
    </a:custClr>
    <a:custClr name="Pearl">
      <a:srgbClr val="E7D2C3"/>
    </a:custClr>
    <a:custClr name="Sunset">
      <a:srgbClr val="F7A177"/>
    </a:custClr>
  </a:custClrLst>
  <a:extLst>
    <a:ext uri="{05A4C25C-085E-4340-85A3-A5531E510DB2}">
      <thm15:themeFamily xmlns:thm15="http://schemas.microsoft.com/office/thememl/2012/main" name="Brand RR" id="{037D5E4D-12A6-4B66-B7D7-17661DF59EF1}" vid="{22D236A4-7B99-4E55-AD5A-C55A37F25B2D}"/>
    </a:ext>
  </a:extLst>
</a:theme>
</file>

<file path=ppt/theme/theme5.xml><?xml version="1.0" encoding="utf-8"?>
<a:theme xmlns:a="http://schemas.openxmlformats.org/drawingml/2006/main" name="1_RR Steel Options">
  <a:themeElements>
    <a:clrScheme name="RR 2">
      <a:dk1>
        <a:srgbClr val="000000"/>
      </a:dk1>
      <a:lt1>
        <a:sysClr val="window" lastClr="FFFFFF"/>
      </a:lt1>
      <a:dk2>
        <a:srgbClr val="676776"/>
      </a:dk2>
      <a:lt2>
        <a:srgbClr val="B4C7CD"/>
      </a:lt2>
      <a:accent1>
        <a:srgbClr val="281432"/>
      </a:accent1>
      <a:accent2>
        <a:srgbClr val="6D30A7"/>
      </a:accent2>
      <a:accent3>
        <a:srgbClr val="6FDBC7"/>
      </a:accent3>
      <a:accent4>
        <a:srgbClr val="F532D2"/>
      </a:accent4>
      <a:accent5>
        <a:srgbClr val="FF6432"/>
      </a:accent5>
      <a:accent6>
        <a:srgbClr val="F7A177"/>
      </a:accent6>
      <a:hlink>
        <a:srgbClr val="000000"/>
      </a:hlink>
      <a:folHlink>
        <a:srgbClr val="000000"/>
      </a:folHlink>
    </a:clrScheme>
    <a:fontScheme name="Rolls Royce New">
      <a:majorFont>
        <a:latin typeface="Riviera Nights Light"/>
        <a:ea typeface=""/>
        <a:cs typeface=""/>
      </a:majorFont>
      <a:minorFont>
        <a:latin typeface="Riviera Night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vert="horz" wrap="square" lIns="0" tIns="0" rIns="0" bIns="0" rtlCol="0" anchor="t" anchorCtr="0">
        <a:noAutofit/>
      </a:bodyPr>
      <a:lstStyle>
        <a:defPPr marL="0" indent="0" algn="l">
          <a:lnSpc>
            <a:spcPct val="100000"/>
          </a:lnSpc>
          <a:buClr>
            <a:srgbClr val="F7A177"/>
          </a:buClr>
          <a:buSzPct val="120000"/>
          <a:buFont typeface="Riviera Nights Light"/>
          <a:buNone/>
          <a:defRPr sz="2000" spc="5" dirty="0">
            <a:solidFill>
              <a:schemeClr val="bg1"/>
            </a:solidFill>
            <a:cs typeface="Arial"/>
          </a:defRPr>
        </a:defPPr>
      </a:lstStyle>
    </a:txDef>
  </a:objectDefaults>
  <a:extraClrSchemeLst/>
  <a:custClrLst>
    <a:custClr name="Steel">
      <a:srgbClr val="676776"/>
    </a:custClr>
    <a:custClr name="Pebble">
      <a:srgbClr val="D2D2D2"/>
    </a:custClr>
    <a:custClr name="Sky">
      <a:srgbClr val="B4C7CB"/>
    </a:custClr>
    <a:custClr name="Pearl">
      <a:srgbClr val="E7D2C3"/>
    </a:custClr>
    <a:custClr name="Sunset">
      <a:srgbClr val="F7A177"/>
    </a:custClr>
  </a:custClrLst>
  <a:extLst>
    <a:ext uri="{05A4C25C-085E-4340-85A3-A5531E510DB2}">
      <thm15:themeFamily xmlns:thm15="http://schemas.microsoft.com/office/thememl/2012/main" name="250331_PPT_PowerPoint Final.pptx  -  Schreibgeschützt" id="{DCA38C6B-B5FA-4618-AB1F-30CE66D7A6D9}" vid="{E39A0C03-C61B-4D89-9F55-6A362D9A7114}"/>
    </a:ext>
  </a:extLst>
</a:theme>
</file>

<file path=ppt/theme/theme6.xml><?xml version="1.0" encoding="utf-8"?>
<a:theme xmlns:a="http://schemas.openxmlformats.org/drawingml/2006/main" name="1_RR Purple Spirit Options">
  <a:themeElements>
    <a:clrScheme name="RR 2">
      <a:dk1>
        <a:srgbClr val="000000"/>
      </a:dk1>
      <a:lt1>
        <a:sysClr val="window" lastClr="FFFFFF"/>
      </a:lt1>
      <a:dk2>
        <a:srgbClr val="676776"/>
      </a:dk2>
      <a:lt2>
        <a:srgbClr val="B4C7CD"/>
      </a:lt2>
      <a:accent1>
        <a:srgbClr val="281432"/>
      </a:accent1>
      <a:accent2>
        <a:srgbClr val="6D30A7"/>
      </a:accent2>
      <a:accent3>
        <a:srgbClr val="6FDBC7"/>
      </a:accent3>
      <a:accent4>
        <a:srgbClr val="F532D2"/>
      </a:accent4>
      <a:accent5>
        <a:srgbClr val="FF6432"/>
      </a:accent5>
      <a:accent6>
        <a:srgbClr val="F7A177"/>
      </a:accent6>
      <a:hlink>
        <a:srgbClr val="000000"/>
      </a:hlink>
      <a:folHlink>
        <a:srgbClr val="000000"/>
      </a:folHlink>
    </a:clrScheme>
    <a:fontScheme name="Rolls Royce New">
      <a:majorFont>
        <a:latin typeface="Riviera Nights Light"/>
        <a:ea typeface=""/>
        <a:cs typeface=""/>
      </a:majorFont>
      <a:minorFont>
        <a:latin typeface="Riviera Night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vert="horz" wrap="square" lIns="0" tIns="0" rIns="0" bIns="0" rtlCol="0" anchor="t" anchorCtr="0">
        <a:noAutofit/>
      </a:bodyPr>
      <a:lstStyle>
        <a:defPPr marL="0" indent="0" algn="l">
          <a:lnSpc>
            <a:spcPct val="100000"/>
          </a:lnSpc>
          <a:buClr>
            <a:srgbClr val="F7A177"/>
          </a:buClr>
          <a:buSzPct val="120000"/>
          <a:buFont typeface="Riviera Nights Light"/>
          <a:buNone/>
          <a:defRPr sz="2000" spc="5" dirty="0">
            <a:solidFill>
              <a:schemeClr val="bg1"/>
            </a:solidFill>
            <a:cs typeface="Arial"/>
          </a:defRPr>
        </a:defPPr>
      </a:lstStyle>
    </a:txDef>
  </a:objectDefaults>
  <a:extraClrSchemeLst/>
  <a:custClrLst>
    <a:custClr name="Steel">
      <a:srgbClr val="676776"/>
    </a:custClr>
    <a:custClr name="Pebble">
      <a:srgbClr val="D2D2D2"/>
    </a:custClr>
    <a:custClr name="Sky">
      <a:srgbClr val="B4C7CB"/>
    </a:custClr>
    <a:custClr name="Pearl">
      <a:srgbClr val="E7D2C3"/>
    </a:custClr>
    <a:custClr name="Sunset">
      <a:srgbClr val="F7A177"/>
    </a:custClr>
  </a:custClrLst>
  <a:extLst>
    <a:ext uri="{05A4C25C-085E-4340-85A3-A5531E510DB2}">
      <thm15:themeFamily xmlns:thm15="http://schemas.microsoft.com/office/thememl/2012/main" name="250331_PPT_PowerPoint Final.pptx  -  Schreibgeschützt" id="{DCA38C6B-B5FA-4618-AB1F-30CE66D7A6D9}" vid="{29346966-F32C-43CC-94C7-ED4567909B7C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6935750-240b-48e4-a615-66942a738439}" enabled="1" method="Standard" siteId="{ce849bab-cc1c-465b-b62e-18f07c9ac198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Brand RR</Template>
  <TotalTime>0</TotalTime>
  <Words>269</Words>
  <Application>Microsoft Macintosh PowerPoint</Application>
  <PresentationFormat>宽屏</PresentationFormat>
  <Paragraphs>17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6</vt:i4>
      </vt:variant>
      <vt:variant>
        <vt:lpstr>幻灯片标题</vt:lpstr>
      </vt:variant>
      <vt:variant>
        <vt:i4>4</vt:i4>
      </vt:variant>
    </vt:vector>
  </HeadingPairs>
  <TitlesOfParts>
    <vt:vector size="16" baseType="lpstr">
      <vt:lpstr>BMW Group Condensed</vt:lpstr>
      <vt:lpstr>Riviera Nights Light</vt:lpstr>
      <vt:lpstr>Riviera Nights Medium</vt:lpstr>
      <vt:lpstr>Aptos</vt:lpstr>
      <vt:lpstr>Arial</vt:lpstr>
      <vt:lpstr>Times New Roman</vt:lpstr>
      <vt:lpstr>Brand RR</vt:lpstr>
      <vt:lpstr>RR Steel Options</vt:lpstr>
      <vt:lpstr>RR Purple Spirit Options</vt:lpstr>
      <vt:lpstr>1_Brand RR</vt:lpstr>
      <vt:lpstr>1_RR Steel Options</vt:lpstr>
      <vt:lpstr>1_RR Purple Spirit Options</vt:lpstr>
      <vt:lpstr>1: The Gap we face today </vt:lpstr>
      <vt:lpstr>2: Why do existing LLM-based tools not solve these problems? </vt:lpstr>
      <vt:lpstr>3: What does our system introduce that didn’t exist before? </vt:lpstr>
      <vt:lpstr>4: What does our architecture make possible?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Zitong Wang</dc:creator>
  <cp:lastModifiedBy>Zitong Wang</cp:lastModifiedBy>
  <cp:revision>7</cp:revision>
  <dcterms:created xsi:type="dcterms:W3CDTF">2026-01-26T19:51:51Z</dcterms:created>
  <dcterms:modified xsi:type="dcterms:W3CDTF">2026-06-11T20:03:59Z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Brand RR:8\RR Steel Options:8\RR Purple Spirit Options:8\1_Brand RR:8\1_RR Steel Options:8\1_RR Purple Spirit Options:8</vt:lpwstr>
  </property>
  <property fmtid="{D5CDD505-2E9C-101B-9397-08002B2CF9AE}" pid="3" name="ClassificationContentMarkingFooterText">
    <vt:lpwstr>CONFIDENTIAL</vt:lpwstr>
  </property>
</Properties>
</file>